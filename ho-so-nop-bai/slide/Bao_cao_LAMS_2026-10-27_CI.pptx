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5aa62344cc4b33" /><Relationship Type="http://schemas.openxmlformats.org/officeDocument/2006/relationships/extended-properties" Target="/docProps/app.xml" Id="R5c8300d3a15f4fbe" /><Relationship Type="http://schemas.openxmlformats.org/officeDocument/2006/relationships/officeDocument" Target="/ppt/presentation.xml" Id="R474a41825b2f42ca" /></Relationships>
</file>

<file path=ppt/presentation.xml><?xml version="1.0" encoding="utf-8"?>
<p:presentation xmlns:p="http://schemas.openxmlformats.org/presentationml/2006/main">
  <p:sldMasterIdLst>
    <p:sldMasterId xmlns:r="http://schemas.openxmlformats.org/officeDocument/2006/relationships" id="2147483648" r:id="R3bc4065095cd4f53"/>
  </p:sldMasterIdLst>
  <p:notesMasterIdLst>
    <p:notesMasterId xmlns:r="http://schemas.openxmlformats.org/officeDocument/2006/relationships" r:id="Rd8e8da6aa8d148fc"/>
  </p:notesMasterIdLst>
  <p:sldIdLst>
    <p:sldId xmlns:r="http://schemas.openxmlformats.org/officeDocument/2006/relationships" id="256" r:id="R005be82230b24333"/>
    <p:sldId xmlns:r="http://schemas.openxmlformats.org/officeDocument/2006/relationships" id="257" r:id="R7546ccc63d034ac9"/>
    <p:sldId xmlns:r="http://schemas.openxmlformats.org/officeDocument/2006/relationships" id="258" r:id="R0936dbb8d0a04f85"/>
    <p:sldId xmlns:r="http://schemas.openxmlformats.org/officeDocument/2006/relationships" id="259" r:id="R905fefc6d5254860"/>
    <p:sldId xmlns:r="http://schemas.openxmlformats.org/officeDocument/2006/relationships" id="260" r:id="R9d535c7405174ccf"/>
    <p:sldId xmlns:r="http://schemas.openxmlformats.org/officeDocument/2006/relationships" id="261" r:id="R91a5b5bca6484076"/>
    <p:sldId xmlns:r="http://schemas.openxmlformats.org/officeDocument/2006/relationships" id="262" r:id="Rb7c0b7351bca4108"/>
    <p:sldId xmlns:r="http://schemas.openxmlformats.org/officeDocument/2006/relationships" id="263" r:id="R28519cf9e5024ba4"/>
    <p:sldId xmlns:r="http://schemas.openxmlformats.org/officeDocument/2006/relationships" id="264" r:id="Rb3c5af5d25d742e9"/>
    <p:sldId xmlns:r="http://schemas.openxmlformats.org/officeDocument/2006/relationships" id="265" r:id="R8b175be9a3274aa7"/>
    <p:sldId xmlns:r="http://schemas.openxmlformats.org/officeDocument/2006/relationships" id="266" r:id="R135b6e89d4904c8e"/>
    <p:sldId xmlns:r="http://schemas.openxmlformats.org/officeDocument/2006/relationships" id="267" r:id="Reca7190bf6d24af0"/>
    <p:sldId xmlns:r="http://schemas.openxmlformats.org/officeDocument/2006/relationships" id="268" r:id="R692fe4b86d674a28"/>
    <p:sldId xmlns:r="http://schemas.openxmlformats.org/officeDocument/2006/relationships" id="269" r:id="Re5d324d64a1d434c"/>
    <p:sldId xmlns:r="http://schemas.openxmlformats.org/officeDocument/2006/relationships" id="270" r:id="Rf5390d7fac6446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d3153ab2f4a48b1" /><Relationship Type="http://schemas.openxmlformats.org/officeDocument/2006/relationships/slideMaster" Target="/ppt/slideMasters/slideMaster1.xml" Id="R3bc4065095cd4f53" /><Relationship Type="http://schemas.openxmlformats.org/officeDocument/2006/relationships/notesMaster" Target="/ppt/notesMasters/notesMaster1.xml" Id="Rd8e8da6aa8d148fc" /><Relationship Type="http://schemas.openxmlformats.org/officeDocument/2006/relationships/presProps" Target="/ppt/presProps.xml" Id="R5f336fe6b2cf4304" /><Relationship Type="http://schemas.openxmlformats.org/officeDocument/2006/relationships/tableStyles" Target="/ppt/tableStyles.xml" Id="R2ec5ef03499e452c" /><Relationship Type="http://schemas.openxmlformats.org/officeDocument/2006/relationships/slide" Target="/ppt/slides/slide1.xml" Id="R005be82230b24333" /><Relationship Type="http://schemas.openxmlformats.org/officeDocument/2006/relationships/slide" Target="/ppt/slides/slide2.xml" Id="R7546ccc63d034ac9" /><Relationship Type="http://schemas.openxmlformats.org/officeDocument/2006/relationships/slide" Target="/ppt/slides/slide3.xml" Id="R0936dbb8d0a04f85" /><Relationship Type="http://schemas.openxmlformats.org/officeDocument/2006/relationships/slide" Target="/ppt/slides/slide4.xml" Id="R905fefc6d5254860" /><Relationship Type="http://schemas.openxmlformats.org/officeDocument/2006/relationships/slide" Target="/ppt/slides/slide5.xml" Id="R9d535c7405174ccf" /><Relationship Type="http://schemas.openxmlformats.org/officeDocument/2006/relationships/slide" Target="/ppt/slides/slide6.xml" Id="R91a5b5bca6484076" /><Relationship Type="http://schemas.openxmlformats.org/officeDocument/2006/relationships/slide" Target="/ppt/slides/slide7.xml" Id="Rb7c0b7351bca4108" /><Relationship Type="http://schemas.openxmlformats.org/officeDocument/2006/relationships/slide" Target="/ppt/slides/slide8.xml" Id="R28519cf9e5024ba4" /><Relationship Type="http://schemas.openxmlformats.org/officeDocument/2006/relationships/slide" Target="/ppt/slides/slide9.xml" Id="Rb3c5af5d25d742e9" /><Relationship Type="http://schemas.openxmlformats.org/officeDocument/2006/relationships/slide" Target="/ppt/slides/slide10.xml" Id="R8b175be9a3274aa7" /><Relationship Type="http://schemas.openxmlformats.org/officeDocument/2006/relationships/slide" Target="/ppt/slides/slide11.xml" Id="R135b6e89d4904c8e" /><Relationship Type="http://schemas.openxmlformats.org/officeDocument/2006/relationships/slide" Target="/ppt/slides/slide12.xml" Id="Reca7190bf6d24af0" /><Relationship Type="http://schemas.openxmlformats.org/officeDocument/2006/relationships/slide" Target="/ppt/slides/slide13.xml" Id="R692fe4b86d674a28" /><Relationship Type="http://schemas.openxmlformats.org/officeDocument/2006/relationships/slide" Target="/ppt/slides/slide14.xml" Id="Re5d324d64a1d434c" /><Relationship Type="http://schemas.openxmlformats.org/officeDocument/2006/relationships/slide" Target="/ppt/slides/slide15.xml" Id="Rf5390d7fac6446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6c89713b4149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08600b9377493a" /><Relationship Type="http://schemas.openxmlformats.org/officeDocument/2006/relationships/notesMaster" Target="/ppt/notesMasters/notesMaster1.xml" Id="Rc02b76f098ff4e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36d97940256452a" /><Relationship Type="http://schemas.openxmlformats.org/officeDocument/2006/relationships/notesMaster" Target="/ppt/notesMasters/notesMaster1.xml" Id="R749c6952016041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9f22b0249c4133" /><Relationship Type="http://schemas.openxmlformats.org/officeDocument/2006/relationships/notesMaster" Target="/ppt/notesMasters/notesMaster1.xml" Id="R562a518690cf40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7aef14c1934b36" /><Relationship Type="http://schemas.openxmlformats.org/officeDocument/2006/relationships/notesMaster" Target="/ppt/notesMasters/notesMaster1.xml" Id="R88b3eee824614a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f572d844af4bea" /><Relationship Type="http://schemas.openxmlformats.org/officeDocument/2006/relationships/notesMaster" Target="/ppt/notesMasters/notesMaster1.xml" Id="R8a715954da5e4f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09d6163ecf4430" /><Relationship Type="http://schemas.openxmlformats.org/officeDocument/2006/relationships/notesMaster" Target="/ppt/notesMasters/notesMaster1.xml" Id="R1a0a240a1a874e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3e0696a865495f" /><Relationship Type="http://schemas.openxmlformats.org/officeDocument/2006/relationships/notesMaster" Target="/ppt/notesMasters/notesMaster1.xml" Id="R29fdeb01e87546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9bdb2f74b8459c" /><Relationship Type="http://schemas.openxmlformats.org/officeDocument/2006/relationships/notesMaster" Target="/ppt/notesMasters/notesMaster1.xml" Id="Rc71f98589fea4c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4de0eb21f04db9" /><Relationship Type="http://schemas.openxmlformats.org/officeDocument/2006/relationships/notesMaster" Target="/ppt/notesMasters/notesMaster1.xml" Id="R4855e784136048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208f943c494ed9" /><Relationship Type="http://schemas.openxmlformats.org/officeDocument/2006/relationships/notesMaster" Target="/ppt/notesMasters/notesMaster1.xml" Id="Rdb41c124bba240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0e5cf36c6747a9" /><Relationship Type="http://schemas.openxmlformats.org/officeDocument/2006/relationships/notesMaster" Target="/ppt/notesMasters/notesMaster1.xml" Id="Rf3bd4c455f4f44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1e2e82fa5d46c6" /><Relationship Type="http://schemas.openxmlformats.org/officeDocument/2006/relationships/notesMaster" Target="/ppt/notesMasters/notesMaster1.xml" Id="Re6443fadc2c245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2ec8116e864dd5" /><Relationship Type="http://schemas.openxmlformats.org/officeDocument/2006/relationships/notesMaster" Target="/ppt/notesMasters/notesMaster1.xml" Id="R830636093bf946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03a580602e4d24" /><Relationship Type="http://schemas.openxmlformats.org/officeDocument/2006/relationships/notesMaster" Target="/ppt/notesMasters/notesMaster1.xml" Id="R532a8324cac540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fbc515d35a4547" /><Relationship Type="http://schemas.openxmlformats.org/officeDocument/2006/relationships/notesMaster" Target="/ppt/notesMasters/notesMaster1.xml" Id="R6e0e243e1c0040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học phần và thành viên: yêu cầu nhóm cung cấp ngày 26/10/2026. Ảnh thư viện lấy từ asset LAMS, nguồn Olga Lioncat / Pexels theo tai-lieu/06-giao-dien/design-system.md.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hợp yêu cầu từ tai-lieu/01-yeu-cau/yeu-cau-chuc-nang.md và user-stories.md. Đây là bài toán, không phải khẳng định mọi chức năng đã nghiệm thu.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Vai trò và tính năng hiện có đối chiếu frontend/src/app/router/AppRouter.tsx, tài liệu use case và các API role checks. Không suy Admin có dashboard analytics hoàn chỉnh.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package manifests, tai-lieu/08-van-hanh/desktop-windows.md và service-responsibilities.md. MinIO là profile tùy chọn và không lưu ảnh Catalog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giản lược từ tai-lieu/02-kien-truc/container-diagram.md và service-responsibilities.md. Core/Insight sở hữu database riêng; Insight không ghi trực tiếp dữ liệu Catalog. Kafka/Redis không được coi là nguồn dữ liệu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giản lược từ tai-lieu/03-du-lieu/erd.md và migration Core. Book, Edition, BookCopy là ba thực thể khác nhau; Loan tham chiếu Copy, Hold có thể chọn Edition. Sơ đồ này cố ý không thể hiện đầy đủ mọi khóa ngoại.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ảnh: ho-so-nop-bai/minh-chung-giao-dien/phase3-desktop-56049b9-1440.png và README minh chứng cùng thư mục. Đây là screenshot test thật tại commit 56049b9, không được gán là screenshot của HEAD 6e03c9a.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tai-lieu/02-kien-truc/circulation.md, tai-lieu/04-nghiep-vu/muon-tra.md, giu-cho-thong-minh.md và các API/test hiện có. Không khẳng định nghiệm thu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tai-lieu/04-nghiep-vu/kiem-ke-ke-sach.md, code InventorySession và commit của Toàn trong PR #25. Nhánh Tuấn giữ tác giả gốc khi tích hợp. Quét không tự đổi trạng thái BookCopy.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tai-lieu/04-nghiep-vu/tim-kiem-thong-minh.md, PR #28 đã merge main. Bộ lọc categoryTerm và API/UI quản trị Alias đang chờ review trong PR #27. Chưa benchmark relevance bằng dữ liệu vận 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tai-lieu/05-api-va-event/acquisition-read-contract.md, read projection Core và adapter Insight trên nhánh Tuấn. PostgreSQL integration và contract test kiểm từng lớp, nhưng chưa có E2E tạo đề xuất xuyên hai service trên EXE. APPROVED chỉ là quyết định nội bộ, không đặt mua sách.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CI và số lượng Core/Insight/Frontend/E2E trong hàng giữa thuộc commit 6e03c9a: https://github.com/Shuuma4869/He-thong-quan-ly-va-khai-thac-thu-vien/actions/runs/40239139758 . Web và EXE E2E 15/15 thuộc working tree ngày 26/10/2026, chưa phải bằng chứng CI của commit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kịch bản trình bày dự kiến, chưa phải video đã đo thời lượng. Cần cập nhật sau khi M2–M5 chạy runtime và có ảnh thật của Phase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README.md và PR #25/#27 trên GitHub ngày 26/10/2026, tai-lieu/08-van-hanh/desktop-windows.md. Không dùng nhãn production-ready.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công và phương án dự phòng Phase 7 được chủ dự án xác nhận. Toàn giữ tác giả của phần truy vấn kiểm kê và Alias đã bàn giao; Tuấn làm Core Acquisition projection và CSV khi Toàn tạm dừng. Không suy ra tỷ lệ đóng góp.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41fbcd175746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d9600dada048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f4c9e494b84f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5ad59c32a241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7613c9cf76f4f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eacc2af8db40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23ACB0-ABFF-45FA-8236-83A1BD5BD07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E99E14-9E27-424C-BB41-C60DC8A910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A8D4911-8749-4F10-BCEB-7065116288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CDC71A-19C2-47BC-8978-7021C975A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7E7539C-19E4-416A-B9FB-CB7E24C066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CD9559-ED80-421E-8677-2890CD98FA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2D3A9F-267B-40E7-A2B3-C1C280677B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CB3C0E8-D3F9-42E3-9540-70348EFC064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D4A31-B98E-4438-B3C2-70CB95F10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361F2-8883-4D86-B004-13A2BD2558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aa359c5e474ed2" /><Relationship Type="http://schemas.openxmlformats.org/officeDocument/2006/relationships/slideLayout" Target="/ppt/slideLayouts/slideLayout1.xml" Id="Raa5b557664484779" /><Relationship Type="http://schemas.openxmlformats.org/officeDocument/2006/relationships/slideLayout" Target="/ppt/slideLayouts/slideLayout2.xml" Id="Rfc866bd7dac9486b" /><Relationship Type="http://schemas.openxmlformats.org/officeDocument/2006/relationships/slideLayout" Target="/ppt/slideLayouts/slideLayout3.xml" Id="Rbe4a30f2d3414def" /><Relationship Type="http://schemas.openxmlformats.org/officeDocument/2006/relationships/slideLayout" Target="/ppt/slideLayouts/slideLayout4.xml" Id="R4c1a2c2ec87546ad" /><Relationship Type="http://schemas.openxmlformats.org/officeDocument/2006/relationships/slideLayout" Target="/ppt/slideLayouts/slideLayout5.xml" Id="Re23c24cd5776421b" /><Relationship Type="http://schemas.openxmlformats.org/officeDocument/2006/relationships/slideLayout" Target="/ppt/slideLayouts/slideLayout6.xml" Id="R8f4af2fac97c44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5b557664484779"/>
    <p:sldLayoutId xmlns:r="http://schemas.openxmlformats.org/officeDocument/2006/relationships" id="2147483650" r:id="Rfc866bd7dac9486b"/>
    <p:sldLayoutId xmlns:r="http://schemas.openxmlformats.org/officeDocument/2006/relationships" id="2147483651" r:id="Rbe4a30f2d3414def"/>
    <p:sldLayoutId xmlns:r="http://schemas.openxmlformats.org/officeDocument/2006/relationships" id="2147483652" r:id="R4c1a2c2ec87546ad"/>
    <p:sldLayoutId xmlns:r="http://schemas.openxmlformats.org/officeDocument/2006/relationships" id="2147483653" r:id="Re23c24cd5776421b"/>
    <p:sldLayoutId xmlns:r="http://schemas.openxmlformats.org/officeDocument/2006/relationships" id="2147483654" r:id="R8f4af2fac97c44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4aee05a8684cae" /><Relationship Type="http://schemas.openxmlformats.org/officeDocument/2006/relationships/image" Target="/ppt/media/image.bin" Id="R0dc731650da74e6f" /><Relationship Type="http://schemas.openxmlformats.org/officeDocument/2006/relationships/notesSlide" Target="/ppt/notesSlides/notesSlide1.xml" Id="Reb3158ad49da45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bf5765c4364de3" /><Relationship Type="http://schemas.openxmlformats.org/officeDocument/2006/relationships/notesSlide" Target="/ppt/notesSlides/notesSlide2.xml" Id="R0fb880f748a742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0d6c3ec0ab14d1f" /><Relationship Type="http://schemas.openxmlformats.org/officeDocument/2006/relationships/notesSlide" Target="/ppt/notesSlides/notesSlide3.xml" Id="Rf4abe2b1140b47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1f33caf1ab4772" /><Relationship Type="http://schemas.openxmlformats.org/officeDocument/2006/relationships/notesSlide" Target="/ppt/notesSlides/notesSlide4.xml" Id="R0430c45e10c148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fccb5b59ddf418b" /><Relationship Type="http://schemas.openxmlformats.org/officeDocument/2006/relationships/notesSlide" Target="/ppt/notesSlides/notesSlide5.xml" Id="R8887e95154e14b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32364596b84aae" /><Relationship Type="http://schemas.openxmlformats.org/officeDocument/2006/relationships/notesSlide" Target="/ppt/notesSlides/notesSlide6.xml" Id="R98fe9f6381fe4d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59104f7a52a4491" /><Relationship Type="http://schemas.openxmlformats.org/officeDocument/2006/relationships/image" Target="/ppt/media/image.png" Id="Rc161a40b01b143dc" /><Relationship Type="http://schemas.openxmlformats.org/officeDocument/2006/relationships/notesSlide" Target="/ppt/notesSlides/notesSlide7.xml" Id="R94f63591c3a545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cbefc96c5543dd" /><Relationship Type="http://schemas.openxmlformats.org/officeDocument/2006/relationships/notesSlide" Target="/ppt/notesSlides/notesSlide8.xml" Id="R567d9b24f18b48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dedd94433a4c23" /><Relationship Type="http://schemas.openxmlformats.org/officeDocument/2006/relationships/notesSlide" Target="/ppt/notesSlides/notesSlide9.xml" Id="R42e60fd0ad214d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471d7a6ccb4e5f" /><Relationship Type="http://schemas.openxmlformats.org/officeDocument/2006/relationships/notesSlide" Target="/ppt/notesSlides/notesSlide10.xml" Id="Re480e0dc2e9c4a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80611e1639b4d61" /><Relationship Type="http://schemas.openxmlformats.org/officeDocument/2006/relationships/notesSlide" Target="/ppt/notesSlides/notesSlide11.xml" Id="Ra31826bafaf147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d9251b5b3244ec0" /><Relationship Type="http://schemas.openxmlformats.org/officeDocument/2006/relationships/notesSlide" Target="/ppt/notesSlides/notesSlide12.xml" Id="R6d132db5e23f40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86fc531344848f6" /><Relationship Type="http://schemas.openxmlformats.org/officeDocument/2006/relationships/notesSlide" Target="/ppt/notesSlides/notesSlide13.xml" Id="Rc32af6777d924a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456c061f5784c72" /><Relationship Type="http://schemas.openxmlformats.org/officeDocument/2006/relationships/notesSlide" Target="/ppt/notesSlides/notesSlide14.xml" Id="Rf84921387ea045a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11d903d1f364c66" /><Relationship Type="http://schemas.openxmlformats.org/officeDocument/2006/relationships/notesSlide" Target="/ppt/notesSlides/notesSlide15.xml" Id="R774d6766a67340f1" /></Relationships>
</file>

<file path=ppt/slides/slide1.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39C647A-BD95-4937-9F4A-057421BB17EB}"/>
              </a:ext>
            </a:extLst>
          </p:cNvPr>
          <p:cNvPicPr>
            <a:picLocks xmlns:a="http://schemas.openxmlformats.org/drawingml/2006/main" noChangeAspect="1"/>
          </p:cNvPicPr>
          <p:nvPr/>
        </p:nvPicPr>
        <p:blipFill>
          <a:blip xmlns:r="http://schemas.openxmlformats.org/officeDocument/2006/relationships" xmlns:a="http://schemas.openxmlformats.org/drawingml/2006/main" r:embed="R0dc731650da74e6f"/>
          <a:srcRect xmlns:a="http://schemas.openxmlformats.org/drawingml/2006/main" l="20278" t="0" r="20278" b="0"/>
          <a:stretch xmlns:a="http://schemas.openxmlformats.org/drawingml/2006/main">
            <a:fillRect l="0" t="0" r="0" b="0"/>
          </a:stretch>
        </p:blipFill>
        <p:spPr>
          <a:xfrm xmlns:a="http://schemas.openxmlformats.org/drawingml/2006/main">
            <a:off x="6076950" y="0"/>
            <a:ext cx="61150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CF0AEA-DAF9-471D-8A62-276E9F57AC35}"/>
              </a:ext>
            </a:extLst>
          </p:cNvPr>
          <p:cNvSpPr>
            <a:spLocks xmlns:a="http://schemas.openxmlformats.org/drawingml/2006/main" noGrp="1"/>
          </p:cNvSpPr>
          <p:nvPr/>
        </p:nvSpPr>
        <p:spPr>
          <a:xfrm xmlns:a="http://schemas.openxmlformats.org/drawingml/2006/main">
            <a:off x="0" y="0"/>
            <a:ext cx="6076950" cy="6858000"/>
          </a:xfrm>
          <a:prstGeom xmlns:a="http://schemas.openxmlformats.org/drawingml/2006/main" prst="rect">
            <a:avLst/>
          </a:prstGeom>
          <a:solidFill xmlns:a="http://schemas.openxmlformats.org/drawingml/2006/main">
            <a:srgbClr val="0C40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F439B7B-ECDE-4AE8-BF85-41C241E05917}"/>
              </a:ext>
            </a:extLst>
          </p:cNvPr>
          <p:cNvSpPr>
            <a:spLocks xmlns:a="http://schemas.openxmlformats.org/drawingml/2006/main" noGrp="1"/>
          </p:cNvSpPr>
          <p:nvPr/>
        </p:nvSpPr>
        <p:spPr>
          <a:xfrm xmlns:a="http://schemas.openxmlformats.org/drawingml/2006/main">
            <a:off x="609600" y="4953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DE8CB"/>
                </a:solidFill>
                <a:latin typeface="Segoe UI"/>
                <a:ea typeface="Segoe UI"/>
                <a:cs typeface="Segoe UI"/>
              </a:defRPr>
            </a:defPPr>
            <a:lvl1pPr algn="l">
              <a:buNone/>
              <a:defRPr sz="1350" b="1">
                <a:solidFill>
                  <a:srgbClr val="BDE8CB"/>
                </a:solidFill>
                <a:latin typeface="Segoe UI"/>
                <a:ea typeface="Segoe UI"/>
                <a:cs typeface="Segoe UI"/>
              </a:defRPr>
            </a:lvl1pPr>
            <a:lvl2pPr algn="l">
              <a:buNone/>
              <a:defRPr sz="1350" b="1">
                <a:solidFill>
                  <a:srgbClr val="BDE8CB"/>
                </a:solidFill>
                <a:latin typeface="Segoe UI"/>
                <a:ea typeface="Segoe UI"/>
                <a:cs typeface="Segoe UI"/>
              </a:defRPr>
            </a:lvl2pPr>
            <a:lvl3pPr algn="l">
              <a:buNone/>
              <a:defRPr sz="1350" b="1">
                <a:solidFill>
                  <a:srgbClr val="BDE8CB"/>
                </a:solidFill>
                <a:latin typeface="Segoe UI"/>
                <a:ea typeface="Segoe UI"/>
                <a:cs typeface="Segoe UI"/>
              </a:defRPr>
            </a:lvl3pPr>
            <a:lvl4pPr algn="l">
              <a:buNone/>
              <a:defRPr sz="1350" b="1">
                <a:solidFill>
                  <a:srgbClr val="BDE8CB"/>
                </a:solidFill>
                <a:latin typeface="Segoe UI"/>
                <a:ea typeface="Segoe UI"/>
                <a:cs typeface="Segoe UI"/>
              </a:defRPr>
            </a:lvl4pPr>
            <a:lvl5pPr algn="l">
              <a:buNone/>
              <a:defRPr sz="1350" b="1">
                <a:solidFill>
                  <a:srgbClr val="BDE8CB"/>
                </a:solidFill>
                <a:latin typeface="Segoe UI"/>
                <a:ea typeface="Segoe UI"/>
                <a:cs typeface="Segoe UI"/>
              </a:defRPr>
            </a:lvl5pPr>
            <a:lvl6pPr algn="l">
              <a:buNone/>
              <a:defRPr sz="1350" b="1">
                <a:solidFill>
                  <a:srgbClr val="BDE8CB"/>
                </a:solidFill>
                <a:latin typeface="Segoe UI"/>
                <a:ea typeface="Segoe UI"/>
                <a:cs typeface="Segoe UI"/>
              </a:defRPr>
            </a:lvl6pPr>
            <a:lvl7pPr algn="l">
              <a:buNone/>
              <a:defRPr sz="1350" b="1">
                <a:solidFill>
                  <a:srgbClr val="BDE8CB"/>
                </a:solidFill>
                <a:latin typeface="Segoe UI"/>
                <a:ea typeface="Segoe UI"/>
                <a:cs typeface="Segoe UI"/>
              </a:defRPr>
            </a:lvl7pPr>
            <a:lvl8pPr algn="l">
              <a:buNone/>
              <a:defRPr sz="1350" b="1">
                <a:solidFill>
                  <a:srgbClr val="BDE8CB"/>
                </a:solidFill>
                <a:latin typeface="Segoe UI"/>
                <a:ea typeface="Segoe UI"/>
                <a:cs typeface="Segoe UI"/>
              </a:defRPr>
            </a:lvl8pPr>
            <a:lvl9pPr algn="l">
              <a:buNone/>
              <a:defRPr sz="1350" b="1">
                <a:solidFill>
                  <a:srgbClr val="BDE8CB"/>
                </a:solidFill>
                <a:latin typeface="Segoe UI"/>
                <a:ea typeface="Segoe UI"/>
                <a:cs typeface="Segoe UI"/>
              </a:defRPr>
            </a:lvl9pPr>
          </a:lstStyle>
          <a:p xmlns:a="http://schemas.openxmlformats.org/drawingml/2006/main">
            <a:pPr algn="l">
              <a:lnSpc>
                <a:spcPct val="108000"/>
              </a:lnSpc>
              <a:buNone/>
              <a:defRPr sz="1350" b="1">
                <a:solidFill>
                  <a:srgbClr val="BDE8CB"/>
                </a:solidFill>
                <a:latin typeface="Segoe UI"/>
                <a:ea typeface="Segoe UI"/>
                <a:cs typeface="Segoe UI"/>
              </a:defRPr>
            </a:pPr>
            <a:r>
              <a:rPr sz="1350" b="1">
                <a:solidFill>
                  <a:srgbClr val="BDE8CB"/>
                </a:solidFill>
                <a:latin typeface="Segoe UI"/>
                <a:ea typeface="Segoe UI"/>
                <a:cs typeface="Segoe UI"/>
              </a:rPr>
              <a:t>BÀI TẬP LỚN</a:t>
            </a:r>
          </a:p>
        </p:txBody>
      </p:sp>
      <p:sp>
        <p:nvSpPr>
          <p:cNvPr id="4" name="">
            <a:extLst xmlns:a="http://schemas.openxmlformats.org/drawingml/2006/main">
              <a:ext uri="{FF2B5EF4-FFF2-40B4-BE49-F238E27FC236}">
                <a16:creationId xmlns:a16="http://schemas.microsoft.com/office/drawing/2014/main" id="{5B08B429-E337-4D43-8A4A-6B6266373268}"/>
              </a:ext>
            </a:extLst>
          </p:cNvPr>
          <p:cNvSpPr>
            <a:spLocks xmlns:a="http://schemas.openxmlformats.org/drawingml/2006/main" noGrp="1"/>
          </p:cNvSpPr>
          <p:nvPr/>
        </p:nvSpPr>
        <p:spPr>
          <a:xfrm xmlns:a="http://schemas.openxmlformats.org/drawingml/2006/main">
            <a:off x="609600" y="1238250"/>
            <a:ext cx="5048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FFFFF"/>
                </a:solidFill>
                <a:latin typeface="Segoe UI"/>
                <a:ea typeface="Segoe UI"/>
                <a:cs typeface="Segoe UI"/>
              </a:defRPr>
            </a:defPPr>
            <a:lvl1pPr algn="l">
              <a:buNone/>
              <a:defRPr sz="3900" b="1">
                <a:solidFill>
                  <a:srgbClr val="FFFFFF"/>
                </a:solidFill>
                <a:latin typeface="Segoe UI"/>
                <a:ea typeface="Segoe UI"/>
                <a:cs typeface="Segoe UI"/>
              </a:defRPr>
            </a:lvl1pPr>
            <a:lvl2pPr algn="l">
              <a:buNone/>
              <a:defRPr sz="3900" b="1">
                <a:solidFill>
                  <a:srgbClr val="FFFFFF"/>
                </a:solidFill>
                <a:latin typeface="Segoe UI"/>
                <a:ea typeface="Segoe UI"/>
                <a:cs typeface="Segoe UI"/>
              </a:defRPr>
            </a:lvl2pPr>
            <a:lvl3pPr algn="l">
              <a:buNone/>
              <a:defRPr sz="3900" b="1">
                <a:solidFill>
                  <a:srgbClr val="FFFFFF"/>
                </a:solidFill>
                <a:latin typeface="Segoe UI"/>
                <a:ea typeface="Segoe UI"/>
                <a:cs typeface="Segoe UI"/>
              </a:defRPr>
            </a:lvl3pPr>
            <a:lvl4pPr algn="l">
              <a:buNone/>
              <a:defRPr sz="3900" b="1">
                <a:solidFill>
                  <a:srgbClr val="FFFFFF"/>
                </a:solidFill>
                <a:latin typeface="Segoe UI"/>
                <a:ea typeface="Segoe UI"/>
                <a:cs typeface="Segoe UI"/>
              </a:defRPr>
            </a:lvl4pPr>
            <a:lvl5pPr algn="l">
              <a:buNone/>
              <a:defRPr sz="3900" b="1">
                <a:solidFill>
                  <a:srgbClr val="FFFFFF"/>
                </a:solidFill>
                <a:latin typeface="Segoe UI"/>
                <a:ea typeface="Segoe UI"/>
                <a:cs typeface="Segoe UI"/>
              </a:defRPr>
            </a:lvl5pPr>
            <a:lvl6pPr algn="l">
              <a:buNone/>
              <a:defRPr sz="3900" b="1">
                <a:solidFill>
                  <a:srgbClr val="FFFFFF"/>
                </a:solidFill>
                <a:latin typeface="Segoe UI"/>
                <a:ea typeface="Segoe UI"/>
                <a:cs typeface="Segoe UI"/>
              </a:defRPr>
            </a:lvl6pPr>
            <a:lvl7pPr algn="l">
              <a:buNone/>
              <a:defRPr sz="3900" b="1">
                <a:solidFill>
                  <a:srgbClr val="FFFFFF"/>
                </a:solidFill>
                <a:latin typeface="Segoe UI"/>
                <a:ea typeface="Segoe UI"/>
                <a:cs typeface="Segoe UI"/>
              </a:defRPr>
            </a:lvl7pPr>
            <a:lvl8pPr algn="l">
              <a:buNone/>
              <a:defRPr sz="3900" b="1">
                <a:solidFill>
                  <a:srgbClr val="FFFFFF"/>
                </a:solidFill>
                <a:latin typeface="Segoe UI"/>
                <a:ea typeface="Segoe UI"/>
                <a:cs typeface="Segoe UI"/>
              </a:defRPr>
            </a:lvl8pPr>
            <a:lvl9pPr algn="l">
              <a:buNone/>
              <a:defRPr sz="3900" b="1">
                <a:solidFill>
                  <a:srgbClr val="FFFFFF"/>
                </a:solidFill>
                <a:latin typeface="Segoe UI"/>
                <a:ea typeface="Segoe UI"/>
                <a:cs typeface="Segoe UI"/>
              </a:defRPr>
            </a:lvl9pPr>
          </a:lstStyle>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Hệ thống quản lý</a:t>
            </a:r>
          </a:p>
          <a:p xmlns:a="http://schemas.openxmlformats.org/drawingml/2006/main">
            <a:pPr algn="l">
              <a:lnSpc>
                <a:spcPct val="102000"/>
              </a:lnSpc>
              <a:buNone/>
              <a:defRPr sz="3900" b="1">
                <a:solidFill>
                  <a:srgbClr val="FFFFFF"/>
                </a:solidFill>
                <a:latin typeface="Segoe UI"/>
                <a:ea typeface="Segoe UI"/>
                <a:cs typeface="Segoe UI"/>
              </a:defRPr>
            </a:pPr>
            <a:r>
              <a:rPr sz="3900" b="1">
                <a:solidFill>
                  <a:srgbClr val="FFFFFF"/>
                </a:solidFill>
                <a:latin typeface="Segoe UI"/>
                <a:ea typeface="Segoe UI"/>
                <a:cs typeface="Segoe UI"/>
              </a:rPr>
              <a:t>và khai thác thư viện</a:t>
            </a:r>
          </a:p>
        </p:txBody>
      </p:sp>
      <p:sp>
        <p:nvSpPr>
          <p:cNvPr id="5" name="">
            <a:extLst xmlns:a="http://schemas.openxmlformats.org/drawingml/2006/main">
              <a:ext uri="{FF2B5EF4-FFF2-40B4-BE49-F238E27FC236}">
                <a16:creationId xmlns:a16="http://schemas.microsoft.com/office/drawing/2014/main" id="{F501D4BF-4CE6-46A1-95C9-1EC460EF99BF}"/>
              </a:ext>
            </a:extLst>
          </p:cNvPr>
          <p:cNvSpPr>
            <a:spLocks xmlns:a="http://schemas.openxmlformats.org/drawingml/2006/main" noGrp="1"/>
          </p:cNvSpPr>
          <p:nvPr/>
        </p:nvSpPr>
        <p:spPr>
          <a:xfrm xmlns:a="http://schemas.openxmlformats.org/drawingml/2006/main">
            <a:off x="609600" y="3600450"/>
            <a:ext cx="400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525" b="1">
                <a:solidFill>
                  <a:srgbClr val="BDE8CB"/>
                </a:solidFill>
                <a:latin typeface="Segoe UI"/>
                <a:ea typeface="Segoe UI"/>
                <a:cs typeface="Segoe UI"/>
              </a:defRPr>
            </a:defPPr>
            <a:lvl1pPr algn="l">
              <a:buNone/>
              <a:defRPr sz="3525" b="1">
                <a:solidFill>
                  <a:srgbClr val="BDE8CB"/>
                </a:solidFill>
                <a:latin typeface="Segoe UI"/>
                <a:ea typeface="Segoe UI"/>
                <a:cs typeface="Segoe UI"/>
              </a:defRPr>
            </a:lvl1pPr>
            <a:lvl2pPr algn="l">
              <a:buNone/>
              <a:defRPr sz="3525" b="1">
                <a:solidFill>
                  <a:srgbClr val="BDE8CB"/>
                </a:solidFill>
                <a:latin typeface="Segoe UI"/>
                <a:ea typeface="Segoe UI"/>
                <a:cs typeface="Segoe UI"/>
              </a:defRPr>
            </a:lvl2pPr>
            <a:lvl3pPr algn="l">
              <a:buNone/>
              <a:defRPr sz="3525" b="1">
                <a:solidFill>
                  <a:srgbClr val="BDE8CB"/>
                </a:solidFill>
                <a:latin typeface="Segoe UI"/>
                <a:ea typeface="Segoe UI"/>
                <a:cs typeface="Segoe UI"/>
              </a:defRPr>
            </a:lvl3pPr>
            <a:lvl4pPr algn="l">
              <a:buNone/>
              <a:defRPr sz="3525" b="1">
                <a:solidFill>
                  <a:srgbClr val="BDE8CB"/>
                </a:solidFill>
                <a:latin typeface="Segoe UI"/>
                <a:ea typeface="Segoe UI"/>
                <a:cs typeface="Segoe UI"/>
              </a:defRPr>
            </a:lvl4pPr>
            <a:lvl5pPr algn="l">
              <a:buNone/>
              <a:defRPr sz="3525" b="1">
                <a:solidFill>
                  <a:srgbClr val="BDE8CB"/>
                </a:solidFill>
                <a:latin typeface="Segoe UI"/>
                <a:ea typeface="Segoe UI"/>
                <a:cs typeface="Segoe UI"/>
              </a:defRPr>
            </a:lvl5pPr>
            <a:lvl6pPr algn="l">
              <a:buNone/>
              <a:defRPr sz="3525" b="1">
                <a:solidFill>
                  <a:srgbClr val="BDE8CB"/>
                </a:solidFill>
                <a:latin typeface="Segoe UI"/>
                <a:ea typeface="Segoe UI"/>
                <a:cs typeface="Segoe UI"/>
              </a:defRPr>
            </a:lvl6pPr>
            <a:lvl7pPr algn="l">
              <a:buNone/>
              <a:defRPr sz="3525" b="1">
                <a:solidFill>
                  <a:srgbClr val="BDE8CB"/>
                </a:solidFill>
                <a:latin typeface="Segoe UI"/>
                <a:ea typeface="Segoe UI"/>
                <a:cs typeface="Segoe UI"/>
              </a:defRPr>
            </a:lvl7pPr>
            <a:lvl8pPr algn="l">
              <a:buNone/>
              <a:defRPr sz="3525" b="1">
                <a:solidFill>
                  <a:srgbClr val="BDE8CB"/>
                </a:solidFill>
                <a:latin typeface="Segoe UI"/>
                <a:ea typeface="Segoe UI"/>
                <a:cs typeface="Segoe UI"/>
              </a:defRPr>
            </a:lvl8pPr>
            <a:lvl9pPr algn="l">
              <a:buNone/>
              <a:defRPr sz="3525" b="1">
                <a:solidFill>
                  <a:srgbClr val="BDE8CB"/>
                </a:solidFill>
                <a:latin typeface="Segoe UI"/>
                <a:ea typeface="Segoe UI"/>
                <a:cs typeface="Segoe UI"/>
              </a:defRPr>
            </a:lvl9pPr>
          </a:lstStyle>
          <a:p xmlns:a="http://schemas.openxmlformats.org/drawingml/2006/main">
            <a:pPr algn="l">
              <a:lnSpc>
                <a:spcPct val="108000"/>
              </a:lnSpc>
              <a:buNone/>
              <a:defRPr sz="3525" b="1">
                <a:solidFill>
                  <a:srgbClr val="BDE8CB"/>
                </a:solidFill>
                <a:latin typeface="Segoe UI"/>
                <a:ea typeface="Segoe UI"/>
                <a:cs typeface="Segoe UI"/>
              </a:defRPr>
            </a:pPr>
            <a:r>
              <a:rPr sz="3525" b="1">
                <a:solidFill>
                  <a:srgbClr val="BDE8CB"/>
                </a:solidFill>
                <a:latin typeface="Segoe UI"/>
                <a:ea typeface="Segoe UI"/>
                <a:cs typeface="Segoe UI"/>
              </a:rPr>
              <a:t>LAMS</a:t>
            </a:r>
          </a:p>
        </p:txBody>
      </p:sp>
      <p:sp>
        <p:nvSpPr>
          <p:cNvPr id="6" name="">
            <a:extLst xmlns:a="http://schemas.openxmlformats.org/drawingml/2006/main">
              <a:ext uri="{FF2B5EF4-FFF2-40B4-BE49-F238E27FC236}">
                <a16:creationId xmlns:a16="http://schemas.microsoft.com/office/drawing/2014/main" id="{68840C91-3BAC-43E9-862D-2E2A930D12F8}"/>
              </a:ext>
            </a:extLst>
          </p:cNvPr>
          <p:cNvSpPr>
            <a:spLocks xmlns:a="http://schemas.openxmlformats.org/drawingml/2006/main" noGrp="1"/>
          </p:cNvSpPr>
          <p:nvPr/>
        </p:nvSpPr>
        <p:spPr>
          <a:xfrm xmlns:a="http://schemas.openxmlformats.org/drawingml/2006/main">
            <a:off x="609600" y="4514850"/>
            <a:ext cx="4610100" cy="0"/>
          </a:xfrm>
          <a:prstGeom xmlns:a="http://schemas.openxmlformats.org/drawingml/2006/main" prst="line">
            <a:avLst/>
          </a:prstGeom>
          <a:noFill xmlns:a="http://schemas.openxmlformats.org/drawingml/2006/main"/>
          <a:ln xmlns:a="http://schemas.openxmlformats.org/drawingml/2006/main" w="19050">
            <a:solidFill>
              <a:srgbClr val="87C7B2"/>
            </a:solidFill>
            <a:prstDash val="solid"/>
          </a:ln>
        </p:spPr>
      </p:sp>
      <p:sp>
        <p:nvSpPr>
          <p:cNvPr id="7" name="">
            <a:extLst xmlns:a="http://schemas.openxmlformats.org/drawingml/2006/main">
              <a:ext uri="{FF2B5EF4-FFF2-40B4-BE49-F238E27FC236}">
                <a16:creationId xmlns:a16="http://schemas.microsoft.com/office/drawing/2014/main" id="{2CD4A1EC-67F2-4919-9859-4852C109B0DB}"/>
              </a:ext>
            </a:extLst>
          </p:cNvPr>
          <p:cNvSpPr>
            <a:spLocks xmlns:a="http://schemas.openxmlformats.org/drawingml/2006/main" noGrp="1"/>
          </p:cNvSpPr>
          <p:nvPr/>
        </p:nvSpPr>
        <p:spPr>
          <a:xfrm xmlns:a="http://schemas.openxmlformats.org/drawingml/2006/main">
            <a:off x="609600" y="47339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FFFFFF"/>
                </a:solidFill>
                <a:latin typeface="Segoe UI"/>
                <a:ea typeface="Segoe UI"/>
                <a:cs typeface="Segoe UI"/>
              </a:defRPr>
            </a:defPPr>
            <a:lvl1pPr algn="l">
              <a:buNone/>
              <a:defRPr sz="1575" b="0">
                <a:solidFill>
                  <a:srgbClr val="FFFFFF"/>
                </a:solidFill>
                <a:latin typeface="Segoe UI"/>
                <a:ea typeface="Segoe UI"/>
                <a:cs typeface="Segoe UI"/>
              </a:defRPr>
            </a:lvl1pPr>
            <a:lvl2pPr algn="l">
              <a:buNone/>
              <a:defRPr sz="1575" b="0">
                <a:solidFill>
                  <a:srgbClr val="FFFFFF"/>
                </a:solidFill>
                <a:latin typeface="Segoe UI"/>
                <a:ea typeface="Segoe UI"/>
                <a:cs typeface="Segoe UI"/>
              </a:defRPr>
            </a:lvl2pPr>
            <a:lvl3pPr algn="l">
              <a:buNone/>
              <a:defRPr sz="1575" b="0">
                <a:solidFill>
                  <a:srgbClr val="FFFFFF"/>
                </a:solidFill>
                <a:latin typeface="Segoe UI"/>
                <a:ea typeface="Segoe UI"/>
                <a:cs typeface="Segoe UI"/>
              </a:defRPr>
            </a:lvl3pPr>
            <a:lvl4pPr algn="l">
              <a:buNone/>
              <a:defRPr sz="1575" b="0">
                <a:solidFill>
                  <a:srgbClr val="FFFFFF"/>
                </a:solidFill>
                <a:latin typeface="Segoe UI"/>
                <a:ea typeface="Segoe UI"/>
                <a:cs typeface="Segoe UI"/>
              </a:defRPr>
            </a:lvl4pPr>
            <a:lvl5pPr algn="l">
              <a:buNone/>
              <a:defRPr sz="1575" b="0">
                <a:solidFill>
                  <a:srgbClr val="FFFFFF"/>
                </a:solidFill>
                <a:latin typeface="Segoe UI"/>
                <a:ea typeface="Segoe UI"/>
                <a:cs typeface="Segoe UI"/>
              </a:defRPr>
            </a:lvl5pPr>
            <a:lvl6pPr algn="l">
              <a:buNone/>
              <a:defRPr sz="1575" b="0">
                <a:solidFill>
                  <a:srgbClr val="FFFFFF"/>
                </a:solidFill>
                <a:latin typeface="Segoe UI"/>
                <a:ea typeface="Segoe UI"/>
                <a:cs typeface="Segoe UI"/>
              </a:defRPr>
            </a:lvl6pPr>
            <a:lvl7pPr algn="l">
              <a:buNone/>
              <a:defRPr sz="1575" b="0">
                <a:solidFill>
                  <a:srgbClr val="FFFFFF"/>
                </a:solidFill>
                <a:latin typeface="Segoe UI"/>
                <a:ea typeface="Segoe UI"/>
                <a:cs typeface="Segoe UI"/>
              </a:defRPr>
            </a:lvl7pPr>
            <a:lvl8pPr algn="l">
              <a:buNone/>
              <a:defRPr sz="1575" b="0">
                <a:solidFill>
                  <a:srgbClr val="FFFFFF"/>
                </a:solidFill>
                <a:latin typeface="Segoe UI"/>
                <a:ea typeface="Segoe UI"/>
                <a:cs typeface="Segoe UI"/>
              </a:defRPr>
            </a:lvl8pPr>
            <a:lvl9pPr algn="l">
              <a:buNone/>
              <a:defRPr sz="1575" b="0">
                <a:solidFill>
                  <a:srgbClr val="FFFFFF"/>
                </a:solidFill>
                <a:latin typeface="Segoe UI"/>
                <a:ea typeface="Segoe UI"/>
                <a:cs typeface="Segoe UI"/>
              </a:defRPr>
            </a:lvl9pPr>
          </a:lstStyle>
          <a:p xmlns:a="http://schemas.openxmlformats.org/drawingml/2006/main">
            <a:pPr algn="l">
              <a:lnSpc>
                <a:spcPct val="108000"/>
              </a:lnSpc>
              <a:buNone/>
              <a:defRPr sz="1575" b="0">
                <a:solidFill>
                  <a:srgbClr val="FFFFFF"/>
                </a:solidFill>
                <a:latin typeface="Segoe UI"/>
                <a:ea typeface="Segoe UI"/>
                <a:cs typeface="Segoe UI"/>
              </a:defRPr>
            </a:pPr>
            <a:r>
              <a:rPr sz="1575" b="0">
                <a:solidFill>
                  <a:srgbClr val="FFFFFF"/>
                </a:solidFill>
                <a:latin typeface="Segoe UI"/>
                <a:ea typeface="Segoe UI"/>
                <a:cs typeface="Segoe UI"/>
              </a:rPr>
              <a:t>Thiết kế Web nâng cao-1-1-26(N01)</a:t>
            </a:r>
          </a:p>
        </p:txBody>
      </p:sp>
      <p:sp>
        <p:nvSpPr>
          <p:cNvPr id="8" name="">
            <a:extLst xmlns:a="http://schemas.openxmlformats.org/drawingml/2006/main">
              <a:ext uri="{FF2B5EF4-FFF2-40B4-BE49-F238E27FC236}">
                <a16:creationId xmlns:a16="http://schemas.microsoft.com/office/drawing/2014/main" id="{49688F39-7334-4DD1-B208-AA5B277D2495}"/>
              </a:ext>
            </a:extLst>
          </p:cNvPr>
          <p:cNvSpPr>
            <a:spLocks xmlns:a="http://schemas.openxmlformats.org/drawingml/2006/main" noGrp="1"/>
          </p:cNvSpPr>
          <p:nvPr/>
        </p:nvSpPr>
        <p:spPr>
          <a:xfrm xmlns:a="http://schemas.openxmlformats.org/drawingml/2006/main">
            <a:off x="609600" y="5257800"/>
            <a:ext cx="49530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DCEEE7"/>
                </a:solidFill>
                <a:latin typeface="Segoe UI"/>
                <a:ea typeface="Segoe UI"/>
                <a:cs typeface="Segoe UI"/>
              </a:defRPr>
            </a:defPPr>
            <a:lvl1pPr algn="l">
              <a:buNone/>
              <a:defRPr sz="1500" b="0">
                <a:solidFill>
                  <a:srgbClr val="DCEEE7"/>
                </a:solidFill>
                <a:latin typeface="Segoe UI"/>
                <a:ea typeface="Segoe UI"/>
                <a:cs typeface="Segoe UI"/>
              </a:defRPr>
            </a:lvl1pPr>
            <a:lvl2pPr algn="l">
              <a:buNone/>
              <a:defRPr sz="1500" b="0">
                <a:solidFill>
                  <a:srgbClr val="DCEEE7"/>
                </a:solidFill>
                <a:latin typeface="Segoe UI"/>
                <a:ea typeface="Segoe UI"/>
                <a:cs typeface="Segoe UI"/>
              </a:defRPr>
            </a:lvl2pPr>
            <a:lvl3pPr algn="l">
              <a:buNone/>
              <a:defRPr sz="1500" b="0">
                <a:solidFill>
                  <a:srgbClr val="DCEEE7"/>
                </a:solidFill>
                <a:latin typeface="Segoe UI"/>
                <a:ea typeface="Segoe UI"/>
                <a:cs typeface="Segoe UI"/>
              </a:defRPr>
            </a:lvl3pPr>
            <a:lvl4pPr algn="l">
              <a:buNone/>
              <a:defRPr sz="1500" b="0">
                <a:solidFill>
                  <a:srgbClr val="DCEEE7"/>
                </a:solidFill>
                <a:latin typeface="Segoe UI"/>
                <a:ea typeface="Segoe UI"/>
                <a:cs typeface="Segoe UI"/>
              </a:defRPr>
            </a:lvl4pPr>
            <a:lvl5pPr algn="l">
              <a:buNone/>
              <a:defRPr sz="1500" b="0">
                <a:solidFill>
                  <a:srgbClr val="DCEEE7"/>
                </a:solidFill>
                <a:latin typeface="Segoe UI"/>
                <a:ea typeface="Segoe UI"/>
                <a:cs typeface="Segoe UI"/>
              </a:defRPr>
            </a:lvl5pPr>
            <a:lvl6pPr algn="l">
              <a:buNone/>
              <a:defRPr sz="1500" b="0">
                <a:solidFill>
                  <a:srgbClr val="DCEEE7"/>
                </a:solidFill>
                <a:latin typeface="Segoe UI"/>
                <a:ea typeface="Segoe UI"/>
                <a:cs typeface="Segoe UI"/>
              </a:defRPr>
            </a:lvl6pPr>
            <a:lvl7pPr algn="l">
              <a:buNone/>
              <a:defRPr sz="1500" b="0">
                <a:solidFill>
                  <a:srgbClr val="DCEEE7"/>
                </a:solidFill>
                <a:latin typeface="Segoe UI"/>
                <a:ea typeface="Segoe UI"/>
                <a:cs typeface="Segoe UI"/>
              </a:defRPr>
            </a:lvl7pPr>
            <a:lvl8pPr algn="l">
              <a:buNone/>
              <a:defRPr sz="1500" b="0">
                <a:solidFill>
                  <a:srgbClr val="DCEEE7"/>
                </a:solidFill>
                <a:latin typeface="Segoe UI"/>
                <a:ea typeface="Segoe UI"/>
                <a:cs typeface="Segoe UI"/>
              </a:defRPr>
            </a:lvl8pPr>
            <a:lvl9pPr algn="l">
              <a:buNone/>
              <a:defRPr sz="1500" b="0">
                <a:solidFill>
                  <a:srgbClr val="DCEEE7"/>
                </a:solidFill>
                <a:latin typeface="Segoe UI"/>
                <a:ea typeface="Segoe UI"/>
                <a:cs typeface="Segoe UI"/>
              </a:defRPr>
            </a:lvl9pPr>
          </a:lstStyle>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Nguyễn Trọng Tuấn · 23010690</a:t>
            </a:r>
          </a:p>
          <a:p xmlns:a="http://schemas.openxmlformats.org/drawingml/2006/main">
            <a:pPr algn="l">
              <a:lnSpc>
                <a:spcPct val="108000"/>
              </a:lnSpc>
              <a:buNone/>
              <a:defRPr sz="1500" b="0">
                <a:solidFill>
                  <a:srgbClr val="DCEEE7"/>
                </a:solidFill>
                <a:latin typeface="Segoe UI"/>
                <a:ea typeface="Segoe UI"/>
                <a:cs typeface="Segoe UI"/>
              </a:defRPr>
            </a:pPr>
            <a:r>
              <a:rPr sz="1500" b="0">
                <a:solidFill>
                  <a:srgbClr val="DCEEE7"/>
                </a:solidFill>
                <a:latin typeface="Segoe UI"/>
                <a:ea typeface="Segoe UI"/>
                <a:cs typeface="Segoe UI"/>
              </a:rPr>
              <a:t>Vũ Đức Toàn · 23010062</a:t>
            </a:r>
          </a:p>
        </p:txBody>
      </p:sp>
    </p:spTree>
    <p:extLst>
      <p:ext uri="{BB962C8B-B14F-4D97-AF65-F5344CB8AC3E}">
        <p14:creationId xmlns:p14="http://schemas.microsoft.com/office/powerpoint/2010/main" val="589799086"/>
      </p:ext>
    </p:extLst>
  </p:cSld>
</p:sld>
</file>

<file path=ppt/slides/slide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CEFAB2-162A-4383-8E94-32A71BEF1C4A}"/>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BỐI CẢNH</a:t>
            </a:r>
          </a:p>
        </p:txBody>
      </p:sp>
      <p:sp>
        <p:nvSpPr>
          <p:cNvPr id="2" name="">
            <a:extLst xmlns:a="http://schemas.openxmlformats.org/drawingml/2006/main">
              <a:ext uri="{FF2B5EF4-FFF2-40B4-BE49-F238E27FC236}">
                <a16:creationId xmlns:a16="http://schemas.microsoft.com/office/drawing/2014/main" id="{EDDB8DFD-6B2F-4635-9AAD-ACAB97AB33DC}"/>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Bài toán của thư viện</a:t>
            </a:r>
          </a:p>
        </p:txBody>
      </p:sp>
      <p:sp>
        <p:nvSpPr>
          <p:cNvPr id="3" name="">
            <a:extLst xmlns:a="http://schemas.openxmlformats.org/drawingml/2006/main">
              <a:ext uri="{FF2B5EF4-FFF2-40B4-BE49-F238E27FC236}">
                <a16:creationId xmlns:a16="http://schemas.microsoft.com/office/drawing/2014/main" id="{D2690778-44A8-4A75-BC39-4A509F2167F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785197F4-358E-464D-9ED6-73A77657C65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FABAA9B6-4B43-4101-9FD9-E798E9165E81}"/>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02</a:t>
            </a:r>
          </a:p>
        </p:txBody>
      </p:sp>
      <p:sp>
        <p:nvSpPr>
          <p:cNvPr id="6" name="">
            <a:extLst xmlns:a="http://schemas.openxmlformats.org/drawingml/2006/main">
              <a:ext uri="{FF2B5EF4-FFF2-40B4-BE49-F238E27FC236}">
                <a16:creationId xmlns:a16="http://schemas.microsoft.com/office/drawing/2014/main" id="{69E685DA-77E5-41C5-A32E-17E895E43E37}"/>
              </a:ext>
            </a:extLst>
          </p:cNvPr>
          <p:cNvSpPr>
            <a:spLocks xmlns:a="http://schemas.openxmlformats.org/drawingml/2006/main" noGrp="1"/>
          </p:cNvSpPr>
          <p:nvPr/>
        </p:nvSpPr>
        <p:spPr>
          <a:xfrm xmlns:a="http://schemas.openxmlformats.org/drawingml/2006/main">
            <a:off x="685800" y="1743075"/>
            <a:ext cx="990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C403C"/>
                </a:solidFill>
                <a:latin typeface="Segoe UI"/>
                <a:ea typeface="Segoe UI"/>
                <a:cs typeface="Segoe UI"/>
              </a:defRPr>
            </a:defPPr>
            <a:lvl1pPr algn="l">
              <a:buNone/>
              <a:defRPr sz="2175" b="1">
                <a:solidFill>
                  <a:srgbClr val="0C403C"/>
                </a:solidFill>
                <a:latin typeface="Segoe UI"/>
                <a:ea typeface="Segoe UI"/>
                <a:cs typeface="Segoe UI"/>
              </a:defRPr>
            </a:lvl1pPr>
            <a:lvl2pPr algn="l">
              <a:buNone/>
              <a:defRPr sz="2175" b="1">
                <a:solidFill>
                  <a:srgbClr val="0C403C"/>
                </a:solidFill>
                <a:latin typeface="Segoe UI"/>
                <a:ea typeface="Segoe UI"/>
                <a:cs typeface="Segoe UI"/>
              </a:defRPr>
            </a:lvl2pPr>
            <a:lvl3pPr algn="l">
              <a:buNone/>
              <a:defRPr sz="2175" b="1">
                <a:solidFill>
                  <a:srgbClr val="0C403C"/>
                </a:solidFill>
                <a:latin typeface="Segoe UI"/>
                <a:ea typeface="Segoe UI"/>
                <a:cs typeface="Segoe UI"/>
              </a:defRPr>
            </a:lvl3pPr>
            <a:lvl4pPr algn="l">
              <a:buNone/>
              <a:defRPr sz="2175" b="1">
                <a:solidFill>
                  <a:srgbClr val="0C403C"/>
                </a:solidFill>
                <a:latin typeface="Segoe UI"/>
                <a:ea typeface="Segoe UI"/>
                <a:cs typeface="Segoe UI"/>
              </a:defRPr>
            </a:lvl4pPr>
            <a:lvl5pPr algn="l">
              <a:buNone/>
              <a:defRPr sz="2175" b="1">
                <a:solidFill>
                  <a:srgbClr val="0C403C"/>
                </a:solidFill>
                <a:latin typeface="Segoe UI"/>
                <a:ea typeface="Segoe UI"/>
                <a:cs typeface="Segoe UI"/>
              </a:defRPr>
            </a:lvl5pPr>
            <a:lvl6pPr algn="l">
              <a:buNone/>
              <a:defRPr sz="2175" b="1">
                <a:solidFill>
                  <a:srgbClr val="0C403C"/>
                </a:solidFill>
                <a:latin typeface="Segoe UI"/>
                <a:ea typeface="Segoe UI"/>
                <a:cs typeface="Segoe UI"/>
              </a:defRPr>
            </a:lvl6pPr>
            <a:lvl7pPr algn="l">
              <a:buNone/>
              <a:defRPr sz="2175" b="1">
                <a:solidFill>
                  <a:srgbClr val="0C403C"/>
                </a:solidFill>
                <a:latin typeface="Segoe UI"/>
                <a:ea typeface="Segoe UI"/>
                <a:cs typeface="Segoe UI"/>
              </a:defRPr>
            </a:lvl7pPr>
            <a:lvl8pPr algn="l">
              <a:buNone/>
              <a:defRPr sz="2175" b="1">
                <a:solidFill>
                  <a:srgbClr val="0C403C"/>
                </a:solidFill>
                <a:latin typeface="Segoe UI"/>
                <a:ea typeface="Segoe UI"/>
                <a:cs typeface="Segoe UI"/>
              </a:defRPr>
            </a:lvl8pPr>
            <a:lvl9pPr algn="l">
              <a:buNone/>
              <a:defRPr sz="2175" b="1">
                <a:solidFill>
                  <a:srgbClr val="0C403C"/>
                </a:solidFill>
                <a:latin typeface="Segoe UI"/>
                <a:ea typeface="Segoe UI"/>
                <a:cs typeface="Segoe UI"/>
              </a:defRPr>
            </a:lvl9pPr>
          </a:lstStyle>
          <a:p xmlns:a="http://schemas.openxmlformats.org/drawingml/2006/main">
            <a:pPr algn="l">
              <a:lnSpc>
                <a:spcPct val="108000"/>
              </a:lnSpc>
              <a:buNone/>
              <a:defRPr sz="2175" b="1">
                <a:solidFill>
                  <a:srgbClr val="0C403C"/>
                </a:solidFill>
                <a:latin typeface="Segoe UI"/>
                <a:ea typeface="Segoe UI"/>
                <a:cs typeface="Segoe UI"/>
              </a:defRPr>
            </a:pPr>
            <a:r>
              <a:rPr sz="2175" b="1">
                <a:solidFill>
                  <a:srgbClr val="0C403C"/>
                </a:solidFill>
                <a:latin typeface="Segoe UI"/>
                <a:ea typeface="Segoe UI"/>
                <a:cs typeface="Segoe UI"/>
              </a:rPr>
              <a:t>Một bản sách đi qua nhiều quyết định khác nhau</a:t>
            </a:r>
          </a:p>
        </p:txBody>
      </p:sp>
      <p:sp>
        <p:nvSpPr>
          <p:cNvPr id="7" name="">
            <a:extLst xmlns:a="http://schemas.openxmlformats.org/drawingml/2006/main">
              <a:ext uri="{FF2B5EF4-FFF2-40B4-BE49-F238E27FC236}">
                <a16:creationId xmlns:a16="http://schemas.microsoft.com/office/drawing/2014/main" id="{7B1565A1-FFD3-4F2D-8FA7-2D62149E1DCE}"/>
              </a:ext>
            </a:extLst>
          </p:cNvPr>
          <p:cNvSpPr>
            <a:spLocks xmlns:a="http://schemas.openxmlformats.org/drawingml/2006/main" noGrp="1"/>
          </p:cNvSpPr>
          <p:nvPr/>
        </p:nvSpPr>
        <p:spPr>
          <a:xfrm xmlns:a="http://schemas.openxmlformats.org/drawingml/2006/main">
            <a:off x="704850" y="260032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01</a:t>
            </a:r>
          </a:p>
        </p:txBody>
      </p:sp>
      <p:sp>
        <p:nvSpPr>
          <p:cNvPr id="8" name="">
            <a:extLst xmlns:a="http://schemas.openxmlformats.org/drawingml/2006/main">
              <a:ext uri="{FF2B5EF4-FFF2-40B4-BE49-F238E27FC236}">
                <a16:creationId xmlns:a16="http://schemas.microsoft.com/office/drawing/2014/main" id="{B8A65D06-1DEA-4B4F-ADBE-D6D684CDFA83}"/>
              </a:ext>
            </a:extLst>
          </p:cNvPr>
          <p:cNvSpPr>
            <a:spLocks xmlns:a="http://schemas.openxmlformats.org/drawingml/2006/main" noGrp="1"/>
          </p:cNvSpPr>
          <p:nvPr/>
        </p:nvSpPr>
        <p:spPr>
          <a:xfrm xmlns:a="http://schemas.openxmlformats.org/drawingml/2006/main">
            <a:off x="1524000" y="26003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Tra cứu</a:t>
            </a:r>
          </a:p>
        </p:txBody>
      </p:sp>
      <p:sp>
        <p:nvSpPr>
          <p:cNvPr id="9" name="">
            <a:extLst xmlns:a="http://schemas.openxmlformats.org/drawingml/2006/main">
              <a:ext uri="{FF2B5EF4-FFF2-40B4-BE49-F238E27FC236}">
                <a16:creationId xmlns:a16="http://schemas.microsoft.com/office/drawing/2014/main" id="{6D8DC5CA-A8F9-4558-AB8B-54A6DF4EE933}"/>
              </a:ext>
            </a:extLst>
          </p:cNvPr>
          <p:cNvSpPr>
            <a:spLocks xmlns:a="http://schemas.openxmlformats.org/drawingml/2006/main" noGrp="1"/>
          </p:cNvSpPr>
          <p:nvPr/>
        </p:nvSpPr>
        <p:spPr>
          <a:xfrm xmlns:a="http://schemas.openxmlformats.org/drawingml/2006/main">
            <a:off x="3771900" y="262890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Tác phẩm, ấn bản và bản sách cần được phân biệt.</a:t>
            </a:r>
          </a:p>
        </p:txBody>
      </p:sp>
      <p:sp>
        <p:nvSpPr>
          <p:cNvPr id="10" name="">
            <a:extLst xmlns:a="http://schemas.openxmlformats.org/drawingml/2006/main">
              <a:ext uri="{FF2B5EF4-FFF2-40B4-BE49-F238E27FC236}">
                <a16:creationId xmlns:a16="http://schemas.microsoft.com/office/drawing/2014/main" id="{D39B1101-09B3-45A3-A4CB-69CD1F27A646}"/>
              </a:ext>
            </a:extLst>
          </p:cNvPr>
          <p:cNvSpPr>
            <a:spLocks xmlns:a="http://schemas.openxmlformats.org/drawingml/2006/main" noGrp="1"/>
          </p:cNvSpPr>
          <p:nvPr/>
        </p:nvSpPr>
        <p:spPr>
          <a:xfrm xmlns:a="http://schemas.openxmlformats.org/drawingml/2006/main">
            <a:off x="1524000" y="323850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191FE5EC-7BC8-4FA6-AFC8-7FD1EB72C56C}"/>
              </a:ext>
            </a:extLst>
          </p:cNvPr>
          <p:cNvSpPr>
            <a:spLocks xmlns:a="http://schemas.openxmlformats.org/drawingml/2006/main" noGrp="1"/>
          </p:cNvSpPr>
          <p:nvPr/>
        </p:nvSpPr>
        <p:spPr>
          <a:xfrm xmlns:a="http://schemas.openxmlformats.org/drawingml/2006/main">
            <a:off x="704850" y="34290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02</a:t>
            </a:r>
          </a:p>
        </p:txBody>
      </p:sp>
      <p:sp>
        <p:nvSpPr>
          <p:cNvPr id="12" name="">
            <a:extLst xmlns:a="http://schemas.openxmlformats.org/drawingml/2006/main">
              <a:ext uri="{FF2B5EF4-FFF2-40B4-BE49-F238E27FC236}">
                <a16:creationId xmlns:a16="http://schemas.microsoft.com/office/drawing/2014/main" id="{7FC5DC79-C6B2-423D-BC59-DE066190591A}"/>
              </a:ext>
            </a:extLst>
          </p:cNvPr>
          <p:cNvSpPr>
            <a:spLocks xmlns:a="http://schemas.openxmlformats.org/drawingml/2006/main" noGrp="1"/>
          </p:cNvSpPr>
          <p:nvPr/>
        </p:nvSpPr>
        <p:spPr>
          <a:xfrm xmlns:a="http://schemas.openxmlformats.org/drawingml/2006/main">
            <a:off x="1524000" y="34290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Lưu thông</a:t>
            </a:r>
          </a:p>
        </p:txBody>
      </p:sp>
      <p:sp>
        <p:nvSpPr>
          <p:cNvPr id="13" name="">
            <a:extLst xmlns:a="http://schemas.openxmlformats.org/drawingml/2006/main">
              <a:ext uri="{FF2B5EF4-FFF2-40B4-BE49-F238E27FC236}">
                <a16:creationId xmlns:a16="http://schemas.microsoft.com/office/drawing/2014/main" id="{BC2E9865-BE85-4325-BAA2-62DC16875A13}"/>
              </a:ext>
            </a:extLst>
          </p:cNvPr>
          <p:cNvSpPr>
            <a:spLocks xmlns:a="http://schemas.openxmlformats.org/drawingml/2006/main" noGrp="1"/>
          </p:cNvSpPr>
          <p:nvPr/>
        </p:nvSpPr>
        <p:spPr>
          <a:xfrm xmlns:a="http://schemas.openxmlformats.org/drawingml/2006/main">
            <a:off x="3771900" y="345757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Mượn, trả và giữ chỗ phải bám đúng trạng thái bản sách.</a:t>
            </a:r>
          </a:p>
        </p:txBody>
      </p:sp>
      <p:sp>
        <p:nvSpPr>
          <p:cNvPr id="14" name="">
            <a:extLst xmlns:a="http://schemas.openxmlformats.org/drawingml/2006/main">
              <a:ext uri="{FF2B5EF4-FFF2-40B4-BE49-F238E27FC236}">
                <a16:creationId xmlns:a16="http://schemas.microsoft.com/office/drawing/2014/main" id="{66B7E38C-C852-44DD-834F-D24B50F33AEA}"/>
              </a:ext>
            </a:extLst>
          </p:cNvPr>
          <p:cNvSpPr>
            <a:spLocks xmlns:a="http://schemas.openxmlformats.org/drawingml/2006/main" noGrp="1"/>
          </p:cNvSpPr>
          <p:nvPr/>
        </p:nvSpPr>
        <p:spPr>
          <a:xfrm xmlns:a="http://schemas.openxmlformats.org/drawingml/2006/main">
            <a:off x="1524000" y="4067175"/>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5" name="">
            <a:extLst xmlns:a="http://schemas.openxmlformats.org/drawingml/2006/main">
              <a:ext uri="{FF2B5EF4-FFF2-40B4-BE49-F238E27FC236}">
                <a16:creationId xmlns:a16="http://schemas.microsoft.com/office/drawing/2014/main" id="{67086E4B-5535-40C8-80BD-770F31D91541}"/>
              </a:ext>
            </a:extLst>
          </p:cNvPr>
          <p:cNvSpPr>
            <a:spLocks xmlns:a="http://schemas.openxmlformats.org/drawingml/2006/main" noGrp="1"/>
          </p:cNvSpPr>
          <p:nvPr/>
        </p:nvSpPr>
        <p:spPr>
          <a:xfrm xmlns:a="http://schemas.openxmlformats.org/drawingml/2006/main">
            <a:off x="704850" y="4257675"/>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03</a:t>
            </a:r>
          </a:p>
        </p:txBody>
      </p:sp>
      <p:sp>
        <p:nvSpPr>
          <p:cNvPr id="16" name="">
            <a:extLst xmlns:a="http://schemas.openxmlformats.org/drawingml/2006/main">
              <a:ext uri="{FF2B5EF4-FFF2-40B4-BE49-F238E27FC236}">
                <a16:creationId xmlns:a16="http://schemas.microsoft.com/office/drawing/2014/main" id="{A1758B18-D615-4ADD-93D0-2A3AF7D48D97}"/>
              </a:ext>
            </a:extLst>
          </p:cNvPr>
          <p:cNvSpPr>
            <a:spLocks xmlns:a="http://schemas.openxmlformats.org/drawingml/2006/main" noGrp="1"/>
          </p:cNvSpPr>
          <p:nvPr/>
        </p:nvSpPr>
        <p:spPr>
          <a:xfrm xmlns:a="http://schemas.openxmlformats.org/drawingml/2006/main">
            <a:off x="1524000" y="42576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Kiểm kê</a:t>
            </a:r>
          </a:p>
        </p:txBody>
      </p:sp>
      <p:sp>
        <p:nvSpPr>
          <p:cNvPr id="17" name="">
            <a:extLst xmlns:a="http://schemas.openxmlformats.org/drawingml/2006/main">
              <a:ext uri="{FF2B5EF4-FFF2-40B4-BE49-F238E27FC236}">
                <a16:creationId xmlns:a16="http://schemas.microsoft.com/office/drawing/2014/main" id="{F7EB3889-8933-49D8-A34F-79A5967F9788}"/>
              </a:ext>
            </a:extLst>
          </p:cNvPr>
          <p:cNvSpPr>
            <a:spLocks xmlns:a="http://schemas.openxmlformats.org/drawingml/2006/main" noGrp="1"/>
          </p:cNvSpPr>
          <p:nvPr/>
        </p:nvSpPr>
        <p:spPr>
          <a:xfrm xmlns:a="http://schemas.openxmlformats.org/drawingml/2006/main">
            <a:off x="3771900" y="4286250"/>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Quét mã vạch cần đối chiếu với snapshot đã lưu.</a:t>
            </a:r>
          </a:p>
        </p:txBody>
      </p:sp>
      <p:sp>
        <p:nvSpPr>
          <p:cNvPr id="18" name="">
            <a:extLst xmlns:a="http://schemas.openxmlformats.org/drawingml/2006/main">
              <a:ext uri="{FF2B5EF4-FFF2-40B4-BE49-F238E27FC236}">
                <a16:creationId xmlns:a16="http://schemas.microsoft.com/office/drawing/2014/main" id="{FC38E5F3-8017-41C5-BE57-065446C12EE4}"/>
              </a:ext>
            </a:extLst>
          </p:cNvPr>
          <p:cNvSpPr>
            <a:spLocks xmlns:a="http://schemas.openxmlformats.org/drawingml/2006/main" noGrp="1"/>
          </p:cNvSpPr>
          <p:nvPr/>
        </p:nvSpPr>
        <p:spPr>
          <a:xfrm xmlns:a="http://schemas.openxmlformats.org/drawingml/2006/main">
            <a:off x="1524000" y="4895850"/>
            <a:ext cx="976312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6C734277-8588-43CD-8503-1B15FE52BC85}"/>
              </a:ext>
            </a:extLst>
          </p:cNvPr>
          <p:cNvSpPr>
            <a:spLocks xmlns:a="http://schemas.openxmlformats.org/drawingml/2006/main" noGrp="1"/>
          </p:cNvSpPr>
          <p:nvPr/>
        </p:nvSpPr>
        <p:spPr>
          <a:xfrm xmlns:a="http://schemas.openxmlformats.org/drawingml/2006/main">
            <a:off x="704850" y="50863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F766E"/>
                </a:solidFill>
                <a:latin typeface="Segoe UI"/>
                <a:ea typeface="Segoe UI"/>
                <a:cs typeface="Segoe UI"/>
              </a:defRPr>
            </a:defPPr>
            <a:lvl1pPr algn="l">
              <a:buNone/>
              <a:defRPr sz="2550" b="1">
                <a:solidFill>
                  <a:srgbClr val="0F766E"/>
                </a:solidFill>
                <a:latin typeface="Segoe UI"/>
                <a:ea typeface="Segoe UI"/>
                <a:cs typeface="Segoe UI"/>
              </a:defRPr>
            </a:lvl1pPr>
            <a:lvl2pPr algn="l">
              <a:buNone/>
              <a:defRPr sz="2550" b="1">
                <a:solidFill>
                  <a:srgbClr val="0F766E"/>
                </a:solidFill>
                <a:latin typeface="Segoe UI"/>
                <a:ea typeface="Segoe UI"/>
                <a:cs typeface="Segoe UI"/>
              </a:defRPr>
            </a:lvl2pPr>
            <a:lvl3pPr algn="l">
              <a:buNone/>
              <a:defRPr sz="2550" b="1">
                <a:solidFill>
                  <a:srgbClr val="0F766E"/>
                </a:solidFill>
                <a:latin typeface="Segoe UI"/>
                <a:ea typeface="Segoe UI"/>
                <a:cs typeface="Segoe UI"/>
              </a:defRPr>
            </a:lvl3pPr>
            <a:lvl4pPr algn="l">
              <a:buNone/>
              <a:defRPr sz="2550" b="1">
                <a:solidFill>
                  <a:srgbClr val="0F766E"/>
                </a:solidFill>
                <a:latin typeface="Segoe UI"/>
                <a:ea typeface="Segoe UI"/>
                <a:cs typeface="Segoe UI"/>
              </a:defRPr>
            </a:lvl4pPr>
            <a:lvl5pPr algn="l">
              <a:buNone/>
              <a:defRPr sz="2550" b="1">
                <a:solidFill>
                  <a:srgbClr val="0F766E"/>
                </a:solidFill>
                <a:latin typeface="Segoe UI"/>
                <a:ea typeface="Segoe UI"/>
                <a:cs typeface="Segoe UI"/>
              </a:defRPr>
            </a:lvl5pPr>
            <a:lvl6pPr algn="l">
              <a:buNone/>
              <a:defRPr sz="2550" b="1">
                <a:solidFill>
                  <a:srgbClr val="0F766E"/>
                </a:solidFill>
                <a:latin typeface="Segoe UI"/>
                <a:ea typeface="Segoe UI"/>
                <a:cs typeface="Segoe UI"/>
              </a:defRPr>
            </a:lvl6pPr>
            <a:lvl7pPr algn="l">
              <a:buNone/>
              <a:defRPr sz="2550" b="1">
                <a:solidFill>
                  <a:srgbClr val="0F766E"/>
                </a:solidFill>
                <a:latin typeface="Segoe UI"/>
                <a:ea typeface="Segoe UI"/>
                <a:cs typeface="Segoe UI"/>
              </a:defRPr>
            </a:lvl7pPr>
            <a:lvl8pPr algn="l">
              <a:buNone/>
              <a:defRPr sz="2550" b="1">
                <a:solidFill>
                  <a:srgbClr val="0F766E"/>
                </a:solidFill>
                <a:latin typeface="Segoe UI"/>
                <a:ea typeface="Segoe UI"/>
                <a:cs typeface="Segoe UI"/>
              </a:defRPr>
            </a:lvl8pPr>
            <a:lvl9pPr algn="l">
              <a:buNone/>
              <a:defRPr sz="2550" b="1">
                <a:solidFill>
                  <a:srgbClr val="0F766E"/>
                </a:solidFill>
                <a:latin typeface="Segoe UI"/>
                <a:ea typeface="Segoe UI"/>
                <a:cs typeface="Segoe UI"/>
              </a:defRPr>
            </a:lvl9pPr>
          </a:lstStyle>
          <a:p xmlns:a="http://schemas.openxmlformats.org/drawingml/2006/main">
            <a:pPr algn="l">
              <a:lnSpc>
                <a:spcPct val="108000"/>
              </a:lnSpc>
              <a:buNone/>
              <a:defRPr sz="2550" b="1">
                <a:solidFill>
                  <a:srgbClr val="0F766E"/>
                </a:solidFill>
                <a:latin typeface="Segoe UI"/>
                <a:ea typeface="Segoe UI"/>
                <a:cs typeface="Segoe UI"/>
              </a:defRPr>
            </a:pPr>
            <a:r>
              <a:rPr sz="2550" b="1">
                <a:solidFill>
                  <a:srgbClr val="0F766E"/>
                </a:solidFill>
                <a:latin typeface="Segoe UI"/>
                <a:ea typeface="Segoe UI"/>
                <a:cs typeface="Segoe UI"/>
              </a:rPr>
              <a:t>04</a:t>
            </a:r>
          </a:p>
        </p:txBody>
      </p:sp>
      <p:sp>
        <p:nvSpPr>
          <p:cNvPr id="20" name="">
            <a:extLst xmlns:a="http://schemas.openxmlformats.org/drawingml/2006/main">
              <a:ext uri="{FF2B5EF4-FFF2-40B4-BE49-F238E27FC236}">
                <a16:creationId xmlns:a16="http://schemas.microsoft.com/office/drawing/2014/main" id="{9261718B-0F33-489B-8EF9-954248130EC2}"/>
              </a:ext>
            </a:extLst>
          </p:cNvPr>
          <p:cNvSpPr>
            <a:spLocks xmlns:a="http://schemas.openxmlformats.org/drawingml/2006/main" noGrp="1"/>
          </p:cNvSpPr>
          <p:nvPr/>
        </p:nvSpPr>
        <p:spPr>
          <a:xfrm xmlns:a="http://schemas.openxmlformats.org/drawingml/2006/main">
            <a:off x="1524000" y="50863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7211F"/>
                </a:solidFill>
                <a:latin typeface="Segoe UI"/>
                <a:ea typeface="Segoe UI"/>
                <a:cs typeface="Segoe UI"/>
              </a:defRPr>
            </a:defPPr>
            <a:lvl1pPr algn="l">
              <a:buNone/>
              <a:defRPr sz="2100" b="1">
                <a:solidFill>
                  <a:srgbClr val="17211F"/>
                </a:solidFill>
                <a:latin typeface="Segoe UI"/>
                <a:ea typeface="Segoe UI"/>
                <a:cs typeface="Segoe UI"/>
              </a:defRPr>
            </a:lvl1pPr>
            <a:lvl2pPr algn="l">
              <a:buNone/>
              <a:defRPr sz="2100" b="1">
                <a:solidFill>
                  <a:srgbClr val="17211F"/>
                </a:solidFill>
                <a:latin typeface="Segoe UI"/>
                <a:ea typeface="Segoe UI"/>
                <a:cs typeface="Segoe UI"/>
              </a:defRPr>
            </a:lvl2pPr>
            <a:lvl3pPr algn="l">
              <a:buNone/>
              <a:defRPr sz="2100" b="1">
                <a:solidFill>
                  <a:srgbClr val="17211F"/>
                </a:solidFill>
                <a:latin typeface="Segoe UI"/>
                <a:ea typeface="Segoe UI"/>
                <a:cs typeface="Segoe UI"/>
              </a:defRPr>
            </a:lvl3pPr>
            <a:lvl4pPr algn="l">
              <a:buNone/>
              <a:defRPr sz="2100" b="1">
                <a:solidFill>
                  <a:srgbClr val="17211F"/>
                </a:solidFill>
                <a:latin typeface="Segoe UI"/>
                <a:ea typeface="Segoe UI"/>
                <a:cs typeface="Segoe UI"/>
              </a:defRPr>
            </a:lvl4pPr>
            <a:lvl5pPr algn="l">
              <a:buNone/>
              <a:defRPr sz="2100" b="1">
                <a:solidFill>
                  <a:srgbClr val="17211F"/>
                </a:solidFill>
                <a:latin typeface="Segoe UI"/>
                <a:ea typeface="Segoe UI"/>
                <a:cs typeface="Segoe UI"/>
              </a:defRPr>
            </a:lvl5pPr>
            <a:lvl6pPr algn="l">
              <a:buNone/>
              <a:defRPr sz="2100" b="1">
                <a:solidFill>
                  <a:srgbClr val="17211F"/>
                </a:solidFill>
                <a:latin typeface="Segoe UI"/>
                <a:ea typeface="Segoe UI"/>
                <a:cs typeface="Segoe UI"/>
              </a:defRPr>
            </a:lvl6pPr>
            <a:lvl7pPr algn="l">
              <a:buNone/>
              <a:defRPr sz="2100" b="1">
                <a:solidFill>
                  <a:srgbClr val="17211F"/>
                </a:solidFill>
                <a:latin typeface="Segoe UI"/>
                <a:ea typeface="Segoe UI"/>
                <a:cs typeface="Segoe UI"/>
              </a:defRPr>
            </a:lvl7pPr>
            <a:lvl8pPr algn="l">
              <a:buNone/>
              <a:defRPr sz="2100" b="1">
                <a:solidFill>
                  <a:srgbClr val="17211F"/>
                </a:solidFill>
                <a:latin typeface="Segoe UI"/>
                <a:ea typeface="Segoe UI"/>
                <a:cs typeface="Segoe UI"/>
              </a:defRPr>
            </a:lvl8pPr>
            <a:lvl9pPr algn="l">
              <a:buNone/>
              <a:defRPr sz="2100" b="1">
                <a:solidFill>
                  <a:srgbClr val="17211F"/>
                </a:solidFill>
                <a:latin typeface="Segoe UI"/>
                <a:ea typeface="Segoe UI"/>
                <a:cs typeface="Segoe UI"/>
              </a:defRPr>
            </a:lvl9pPr>
          </a:lstStyle>
          <a:p xmlns:a="http://schemas.openxmlformats.org/drawingml/2006/main">
            <a:pPr algn="l">
              <a:lnSpc>
                <a:spcPct val="108000"/>
              </a:lnSpc>
              <a:buNone/>
              <a:defRPr sz="2100" b="1">
                <a:solidFill>
                  <a:srgbClr val="17211F"/>
                </a:solidFill>
                <a:latin typeface="Segoe UI"/>
                <a:ea typeface="Segoe UI"/>
                <a:cs typeface="Segoe UI"/>
              </a:defRPr>
            </a:pPr>
            <a:r>
              <a:rPr sz="2100" b="1">
                <a:solidFill>
                  <a:srgbClr val="17211F"/>
                </a:solidFill>
                <a:latin typeface="Segoe UI"/>
                <a:ea typeface="Segoe UI"/>
                <a:cs typeface="Segoe UI"/>
              </a:rPr>
              <a:t>Bổ sung</a:t>
            </a:r>
          </a:p>
        </p:txBody>
      </p:sp>
      <p:sp>
        <p:nvSpPr>
          <p:cNvPr id="21" name="">
            <a:extLst xmlns:a="http://schemas.openxmlformats.org/drawingml/2006/main">
              <a:ext uri="{FF2B5EF4-FFF2-40B4-BE49-F238E27FC236}">
                <a16:creationId xmlns:a16="http://schemas.microsoft.com/office/drawing/2014/main" id="{007E3466-8C2F-4E4A-A16A-E49494B00C97}"/>
              </a:ext>
            </a:extLst>
          </p:cNvPr>
          <p:cNvSpPr>
            <a:spLocks xmlns:a="http://schemas.openxmlformats.org/drawingml/2006/main" noGrp="1"/>
          </p:cNvSpPr>
          <p:nvPr/>
        </p:nvSpPr>
        <p:spPr>
          <a:xfrm xmlns:a="http://schemas.openxmlformats.org/drawingml/2006/main">
            <a:off x="3771900" y="5114925"/>
            <a:ext cx="733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Quyết định mua thêm cần số liệu và lý do rõ ràng.</a:t>
            </a:r>
          </a:p>
        </p:txBody>
      </p:sp>
    </p:spTree>
    <p:extLst>
      <p:ext uri="{BB962C8B-B14F-4D97-AF65-F5344CB8AC3E}">
        <p14:creationId xmlns:p14="http://schemas.microsoft.com/office/powerpoint/2010/main" val="543574622"/>
      </p:ext>
    </p:extLst>
  </p:cSld>
</p:sld>
</file>

<file path=ppt/slides/slide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7B40C1-AB5E-4853-8A26-84A5E48AC61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MỤC TIÊU</a:t>
            </a:r>
          </a:p>
        </p:txBody>
      </p:sp>
      <p:sp>
        <p:nvSpPr>
          <p:cNvPr id="2" name="">
            <a:extLst xmlns:a="http://schemas.openxmlformats.org/drawingml/2006/main">
              <a:ext uri="{FF2B5EF4-FFF2-40B4-BE49-F238E27FC236}">
                <a16:creationId xmlns:a16="http://schemas.microsoft.com/office/drawing/2014/main" id="{A80AC147-D24C-4D7B-B506-32CCEFD3FCCD}"/>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Ba vai trò, một nguồn dữ liệu sách</a:t>
            </a:r>
          </a:p>
        </p:txBody>
      </p:sp>
      <p:sp>
        <p:nvSpPr>
          <p:cNvPr id="3" name="">
            <a:extLst xmlns:a="http://schemas.openxmlformats.org/drawingml/2006/main">
              <a:ext uri="{FF2B5EF4-FFF2-40B4-BE49-F238E27FC236}">
                <a16:creationId xmlns:a16="http://schemas.microsoft.com/office/drawing/2014/main" id="{CEA72CA3-216D-4B26-8FE0-D436C4D1F9E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A79B68BA-38C5-4081-9974-9137AF42034A}"/>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9E4E6AA-A5D3-4DB7-B7D3-BD7CB00415F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03</a:t>
            </a:r>
          </a:p>
        </p:txBody>
      </p:sp>
      <p:sp>
        <p:nvSpPr>
          <p:cNvPr id="6" name="">
            <a:extLst xmlns:a="http://schemas.openxmlformats.org/drawingml/2006/main">
              <a:ext uri="{FF2B5EF4-FFF2-40B4-BE49-F238E27FC236}">
                <a16:creationId xmlns:a16="http://schemas.microsoft.com/office/drawing/2014/main" id="{1237944C-4CC7-45E5-A4EE-943D3512C5AC}"/>
              </a:ext>
            </a:extLst>
          </p:cNvPr>
          <p:cNvSpPr>
            <a:spLocks xmlns:a="http://schemas.openxmlformats.org/drawingml/2006/main" noGrp="1"/>
          </p:cNvSpPr>
          <p:nvPr/>
        </p:nvSpPr>
        <p:spPr>
          <a:xfrm xmlns:a="http://schemas.openxmlformats.org/drawingml/2006/main">
            <a:off x="695325" y="1933575"/>
            <a:ext cx="171450" cy="9810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9344B2-A7BC-4630-BD28-6B4A26230B8B}"/>
              </a:ext>
            </a:extLst>
          </p:cNvPr>
          <p:cNvSpPr>
            <a:spLocks xmlns:a="http://schemas.openxmlformats.org/drawingml/2006/main" noGrp="1"/>
          </p:cNvSpPr>
          <p:nvPr/>
        </p:nvSpPr>
        <p:spPr>
          <a:xfrm xmlns:a="http://schemas.openxmlformats.org/drawingml/2006/main">
            <a:off x="1143000" y="196215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Reader</a:t>
            </a:r>
          </a:p>
        </p:txBody>
      </p:sp>
      <p:sp>
        <p:nvSpPr>
          <p:cNvPr id="8" name="">
            <a:extLst xmlns:a="http://schemas.openxmlformats.org/drawingml/2006/main">
              <a:ext uri="{FF2B5EF4-FFF2-40B4-BE49-F238E27FC236}">
                <a16:creationId xmlns:a16="http://schemas.microsoft.com/office/drawing/2014/main" id="{271AB67C-D6A2-4E19-89C0-E230B6A6D34C}"/>
              </a:ext>
            </a:extLst>
          </p:cNvPr>
          <p:cNvSpPr>
            <a:spLocks xmlns:a="http://schemas.openxmlformats.org/drawingml/2006/main" noGrp="1"/>
          </p:cNvSpPr>
          <p:nvPr/>
        </p:nvSpPr>
        <p:spPr>
          <a:xfrm xmlns:a="http://schemas.openxmlformats.org/drawingml/2006/main">
            <a:off x="3429000" y="201930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Tra cứu, lưu yêu thích, đánh giá, theo dõi lượt mượn và giữ chỗ.</a:t>
            </a:r>
          </a:p>
        </p:txBody>
      </p:sp>
      <p:sp>
        <p:nvSpPr>
          <p:cNvPr id="9" name="">
            <a:extLst xmlns:a="http://schemas.openxmlformats.org/drawingml/2006/main">
              <a:ext uri="{FF2B5EF4-FFF2-40B4-BE49-F238E27FC236}">
                <a16:creationId xmlns:a16="http://schemas.microsoft.com/office/drawing/2014/main" id="{2AE17375-A620-4213-82EE-68A9994EC7C3}"/>
              </a:ext>
            </a:extLst>
          </p:cNvPr>
          <p:cNvSpPr>
            <a:spLocks xmlns:a="http://schemas.openxmlformats.org/drawingml/2006/main" noGrp="1"/>
          </p:cNvSpPr>
          <p:nvPr/>
        </p:nvSpPr>
        <p:spPr>
          <a:xfrm xmlns:a="http://schemas.openxmlformats.org/drawingml/2006/main">
            <a:off x="1143000" y="3086100"/>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A7E49999-F5A2-42C2-85A8-29758574CA40}"/>
              </a:ext>
            </a:extLst>
          </p:cNvPr>
          <p:cNvSpPr>
            <a:spLocks xmlns:a="http://schemas.openxmlformats.org/drawingml/2006/main" noGrp="1"/>
          </p:cNvSpPr>
          <p:nvPr/>
        </p:nvSpPr>
        <p:spPr>
          <a:xfrm xmlns:a="http://schemas.openxmlformats.org/drawingml/2006/main">
            <a:off x="695325" y="3295650"/>
            <a:ext cx="171450" cy="981075"/>
          </a:xfrm>
          <a:prstGeom xmlns:a="http://schemas.openxmlformats.org/drawingml/2006/main" prst="rect">
            <a:avLst/>
          </a:prstGeom>
          <a:solidFill xmlns:a="http://schemas.openxmlformats.org/drawingml/2006/main">
            <a:srgbClr val="498E8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D2C9566-A6FD-4CBE-867E-DFCF33AE0E98}"/>
              </a:ext>
            </a:extLst>
          </p:cNvPr>
          <p:cNvSpPr>
            <a:spLocks xmlns:a="http://schemas.openxmlformats.org/drawingml/2006/main" noGrp="1"/>
          </p:cNvSpPr>
          <p:nvPr/>
        </p:nvSpPr>
        <p:spPr>
          <a:xfrm xmlns:a="http://schemas.openxmlformats.org/drawingml/2006/main">
            <a:off x="1143000" y="3324225"/>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Librarian</a:t>
            </a:r>
          </a:p>
        </p:txBody>
      </p:sp>
      <p:sp>
        <p:nvSpPr>
          <p:cNvPr id="12" name="">
            <a:extLst xmlns:a="http://schemas.openxmlformats.org/drawingml/2006/main">
              <a:ext uri="{FF2B5EF4-FFF2-40B4-BE49-F238E27FC236}">
                <a16:creationId xmlns:a16="http://schemas.microsoft.com/office/drawing/2014/main" id="{1EE29ABC-FD7D-40D4-9B94-541C9BDA7233}"/>
              </a:ext>
            </a:extLst>
          </p:cNvPr>
          <p:cNvSpPr>
            <a:spLocks xmlns:a="http://schemas.openxmlformats.org/drawingml/2006/main" noGrp="1"/>
          </p:cNvSpPr>
          <p:nvPr/>
        </p:nvSpPr>
        <p:spPr>
          <a:xfrm xmlns:a="http://schemas.openxmlformats.org/drawingml/2006/main">
            <a:off x="3429000" y="3381375"/>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Biên mục, xử lý lưu thông và phiên kiểm kê tại chi nhánh.</a:t>
            </a:r>
          </a:p>
        </p:txBody>
      </p:sp>
      <p:sp>
        <p:nvSpPr>
          <p:cNvPr id="13" name="">
            <a:extLst xmlns:a="http://schemas.openxmlformats.org/drawingml/2006/main">
              <a:ext uri="{FF2B5EF4-FFF2-40B4-BE49-F238E27FC236}">
                <a16:creationId xmlns:a16="http://schemas.microsoft.com/office/drawing/2014/main" id="{538F4E42-CFB8-4FCD-BAD0-02D2A4736556}"/>
              </a:ext>
            </a:extLst>
          </p:cNvPr>
          <p:cNvSpPr>
            <a:spLocks xmlns:a="http://schemas.openxmlformats.org/drawingml/2006/main" noGrp="1"/>
          </p:cNvSpPr>
          <p:nvPr/>
        </p:nvSpPr>
        <p:spPr>
          <a:xfrm xmlns:a="http://schemas.openxmlformats.org/drawingml/2006/main">
            <a:off x="1143000" y="4448175"/>
            <a:ext cx="10048875"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0C986273-3301-4873-AD83-3049C10AA68E}"/>
              </a:ext>
            </a:extLst>
          </p:cNvPr>
          <p:cNvSpPr>
            <a:spLocks xmlns:a="http://schemas.openxmlformats.org/drawingml/2006/main" noGrp="1"/>
          </p:cNvSpPr>
          <p:nvPr/>
        </p:nvSpPr>
        <p:spPr>
          <a:xfrm xmlns:a="http://schemas.openxmlformats.org/drawingml/2006/main">
            <a:off x="695325" y="4657725"/>
            <a:ext cx="171450" cy="981075"/>
          </a:xfrm>
          <a:prstGeom xmlns:a="http://schemas.openxmlformats.org/drawingml/2006/main" prst="rect">
            <a:avLst/>
          </a:prstGeom>
          <a:solidFill xmlns:a="http://schemas.openxmlformats.org/drawingml/2006/main">
            <a:srgbClr val="97BDA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466AF7-4175-45B5-8790-5E3702AC8D2E}"/>
              </a:ext>
            </a:extLst>
          </p:cNvPr>
          <p:cNvSpPr>
            <a:spLocks xmlns:a="http://schemas.openxmlformats.org/drawingml/2006/main" noGrp="1"/>
          </p:cNvSpPr>
          <p:nvPr/>
        </p:nvSpPr>
        <p:spPr>
          <a:xfrm xmlns:a="http://schemas.openxmlformats.org/drawingml/2006/main">
            <a:off x="1143000" y="4686300"/>
            <a:ext cx="2286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0C403C"/>
                </a:solidFill>
                <a:latin typeface="Segoe UI"/>
                <a:ea typeface="Segoe UI"/>
                <a:cs typeface="Segoe UI"/>
              </a:defRPr>
            </a:defPPr>
            <a:lvl1pPr algn="l">
              <a:buNone/>
              <a:defRPr sz="2550" b="1">
                <a:solidFill>
                  <a:srgbClr val="0C403C"/>
                </a:solidFill>
                <a:latin typeface="Segoe UI"/>
                <a:ea typeface="Segoe UI"/>
                <a:cs typeface="Segoe UI"/>
              </a:defRPr>
            </a:lvl1pPr>
            <a:lvl2pPr algn="l">
              <a:buNone/>
              <a:defRPr sz="2550" b="1">
                <a:solidFill>
                  <a:srgbClr val="0C403C"/>
                </a:solidFill>
                <a:latin typeface="Segoe UI"/>
                <a:ea typeface="Segoe UI"/>
                <a:cs typeface="Segoe UI"/>
              </a:defRPr>
            </a:lvl2pPr>
            <a:lvl3pPr algn="l">
              <a:buNone/>
              <a:defRPr sz="2550" b="1">
                <a:solidFill>
                  <a:srgbClr val="0C403C"/>
                </a:solidFill>
                <a:latin typeface="Segoe UI"/>
                <a:ea typeface="Segoe UI"/>
                <a:cs typeface="Segoe UI"/>
              </a:defRPr>
            </a:lvl3pPr>
            <a:lvl4pPr algn="l">
              <a:buNone/>
              <a:defRPr sz="2550" b="1">
                <a:solidFill>
                  <a:srgbClr val="0C403C"/>
                </a:solidFill>
                <a:latin typeface="Segoe UI"/>
                <a:ea typeface="Segoe UI"/>
                <a:cs typeface="Segoe UI"/>
              </a:defRPr>
            </a:lvl4pPr>
            <a:lvl5pPr algn="l">
              <a:buNone/>
              <a:defRPr sz="2550" b="1">
                <a:solidFill>
                  <a:srgbClr val="0C403C"/>
                </a:solidFill>
                <a:latin typeface="Segoe UI"/>
                <a:ea typeface="Segoe UI"/>
                <a:cs typeface="Segoe UI"/>
              </a:defRPr>
            </a:lvl5pPr>
            <a:lvl6pPr algn="l">
              <a:buNone/>
              <a:defRPr sz="2550" b="1">
                <a:solidFill>
                  <a:srgbClr val="0C403C"/>
                </a:solidFill>
                <a:latin typeface="Segoe UI"/>
                <a:ea typeface="Segoe UI"/>
                <a:cs typeface="Segoe UI"/>
              </a:defRPr>
            </a:lvl6pPr>
            <a:lvl7pPr algn="l">
              <a:buNone/>
              <a:defRPr sz="2550" b="1">
                <a:solidFill>
                  <a:srgbClr val="0C403C"/>
                </a:solidFill>
                <a:latin typeface="Segoe UI"/>
                <a:ea typeface="Segoe UI"/>
                <a:cs typeface="Segoe UI"/>
              </a:defRPr>
            </a:lvl7pPr>
            <a:lvl8pPr algn="l">
              <a:buNone/>
              <a:defRPr sz="2550" b="1">
                <a:solidFill>
                  <a:srgbClr val="0C403C"/>
                </a:solidFill>
                <a:latin typeface="Segoe UI"/>
                <a:ea typeface="Segoe UI"/>
                <a:cs typeface="Segoe UI"/>
              </a:defRPr>
            </a:lvl8pPr>
            <a:lvl9pPr algn="l">
              <a:buNone/>
              <a:defRPr sz="2550" b="1">
                <a:solidFill>
                  <a:srgbClr val="0C403C"/>
                </a:solidFill>
                <a:latin typeface="Segoe UI"/>
                <a:ea typeface="Segoe UI"/>
                <a:cs typeface="Segoe UI"/>
              </a:defRPr>
            </a:lvl9pPr>
          </a:lstStyle>
          <a:p xmlns:a="http://schemas.openxmlformats.org/drawingml/2006/main">
            <a:pPr algn="l">
              <a:lnSpc>
                <a:spcPct val="108000"/>
              </a:lnSpc>
              <a:buNone/>
              <a:defRPr sz="2550" b="1">
                <a:solidFill>
                  <a:srgbClr val="0C403C"/>
                </a:solidFill>
                <a:latin typeface="Segoe UI"/>
                <a:ea typeface="Segoe UI"/>
                <a:cs typeface="Segoe UI"/>
              </a:defRPr>
            </a:pPr>
            <a:r>
              <a:rPr sz="2550" b="1">
                <a:solidFill>
                  <a:srgbClr val="0C403C"/>
                </a:solidFill>
                <a:latin typeface="Segoe UI"/>
                <a:ea typeface="Segoe UI"/>
                <a:cs typeface="Segoe UI"/>
              </a:rPr>
              <a:t>Admin</a:t>
            </a:r>
          </a:p>
        </p:txBody>
      </p:sp>
      <p:sp>
        <p:nvSpPr>
          <p:cNvPr id="16" name="">
            <a:extLst xmlns:a="http://schemas.openxmlformats.org/drawingml/2006/main">
              <a:ext uri="{FF2B5EF4-FFF2-40B4-BE49-F238E27FC236}">
                <a16:creationId xmlns:a16="http://schemas.microsoft.com/office/drawing/2014/main" id="{DC36D4F8-85E6-4F3D-A6A9-26530CB6BD1F}"/>
              </a:ext>
            </a:extLst>
          </p:cNvPr>
          <p:cNvSpPr>
            <a:spLocks xmlns:a="http://schemas.openxmlformats.org/drawingml/2006/main" noGrp="1"/>
          </p:cNvSpPr>
          <p:nvPr/>
        </p:nvSpPr>
        <p:spPr>
          <a:xfrm xmlns:a="http://schemas.openxmlformats.org/drawingml/2006/main">
            <a:off x="3429000" y="4743450"/>
            <a:ext cx="75247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Quản lý quyền và theo dõi các nghiệp vụ quản trị được cấp phép.</a:t>
            </a:r>
          </a:p>
        </p:txBody>
      </p:sp>
    </p:spTree>
    <p:extLst>
      <p:ext uri="{BB962C8B-B14F-4D97-AF65-F5344CB8AC3E}">
        <p14:creationId xmlns:p14="http://schemas.microsoft.com/office/powerpoint/2010/main" val="157037588"/>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64A7485-80D2-4024-9E26-3E41346FA34C}"/>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NỀN TẢNG</a:t>
            </a:r>
          </a:p>
        </p:txBody>
      </p:sp>
      <p:sp>
        <p:nvSpPr>
          <p:cNvPr id="2" name="">
            <a:extLst xmlns:a="http://schemas.openxmlformats.org/drawingml/2006/main">
              <a:ext uri="{FF2B5EF4-FFF2-40B4-BE49-F238E27FC236}">
                <a16:creationId xmlns:a16="http://schemas.microsoft.com/office/drawing/2014/main" id="{4085062D-BE44-4E6C-9A0D-FF1078EF43A9}"/>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Công nghệ đang sử dụng</a:t>
            </a:r>
          </a:p>
        </p:txBody>
      </p:sp>
      <p:sp>
        <p:nvSpPr>
          <p:cNvPr id="3" name="">
            <a:extLst xmlns:a="http://schemas.openxmlformats.org/drawingml/2006/main">
              <a:ext uri="{FF2B5EF4-FFF2-40B4-BE49-F238E27FC236}">
                <a16:creationId xmlns:a16="http://schemas.microsoft.com/office/drawing/2014/main" id="{2C74E77F-8267-424C-A252-CF66585F6B72}"/>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3E4A4002-FA18-4FA6-8CC6-2DF6443BDA43}"/>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FC39254-3DE9-40C2-8360-194EC0487C1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04</a:t>
            </a:r>
          </a:p>
        </p:txBody>
      </p:sp>
      <p:sp>
        <p:nvSpPr>
          <p:cNvPr id="6" name="">
            <a:extLst xmlns:a="http://schemas.openxmlformats.org/drawingml/2006/main">
              <a:ext uri="{FF2B5EF4-FFF2-40B4-BE49-F238E27FC236}">
                <a16:creationId xmlns:a16="http://schemas.microsoft.com/office/drawing/2014/main" id="{90D5CA68-E1D5-4DBF-B77F-F4D51DD8AE87}"/>
              </a:ext>
            </a:extLst>
          </p:cNvPr>
          <p:cNvSpPr>
            <a:spLocks xmlns:a="http://schemas.openxmlformats.org/drawingml/2006/main" noGrp="1"/>
          </p:cNvSpPr>
          <p:nvPr/>
        </p:nvSpPr>
        <p:spPr>
          <a:xfrm xmlns:a="http://schemas.openxmlformats.org/drawingml/2006/main">
            <a:off x="7048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Giao diện và desktop</a:t>
            </a:r>
          </a:p>
        </p:txBody>
      </p:sp>
      <p:sp>
        <p:nvSpPr>
          <p:cNvPr id="7" name="">
            <a:extLst xmlns:a="http://schemas.openxmlformats.org/drawingml/2006/main">
              <a:ext uri="{FF2B5EF4-FFF2-40B4-BE49-F238E27FC236}">
                <a16:creationId xmlns:a16="http://schemas.microsoft.com/office/drawing/2014/main" id="{41019033-040E-4B04-B564-66410BD00F20}"/>
              </a:ext>
            </a:extLst>
          </p:cNvPr>
          <p:cNvSpPr>
            <a:spLocks xmlns:a="http://schemas.openxmlformats.org/drawingml/2006/main" noGrp="1"/>
          </p:cNvSpPr>
          <p:nvPr/>
        </p:nvSpPr>
        <p:spPr>
          <a:xfrm xmlns:a="http://schemas.openxmlformats.org/drawingml/2006/main">
            <a:off x="7048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8" name="">
            <a:extLst xmlns:a="http://schemas.openxmlformats.org/drawingml/2006/main">
              <a:ext uri="{FF2B5EF4-FFF2-40B4-BE49-F238E27FC236}">
                <a16:creationId xmlns:a16="http://schemas.microsoft.com/office/drawing/2014/main" id="{E128D29B-2F55-4F75-BCAA-5DBB79EC9CF4}"/>
              </a:ext>
            </a:extLst>
          </p:cNvPr>
          <p:cNvSpPr>
            <a:spLocks xmlns:a="http://schemas.openxmlformats.org/drawingml/2006/main" noGrp="1"/>
          </p:cNvSpPr>
          <p:nvPr/>
        </p:nvSpPr>
        <p:spPr>
          <a:xfrm xmlns:a="http://schemas.openxmlformats.org/drawingml/2006/main">
            <a:off x="7048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React · TypeScript · Vite</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Tauri 2 · WebView2</a:t>
            </a:r>
          </a:p>
        </p:txBody>
      </p:sp>
      <p:sp>
        <p:nvSpPr>
          <p:cNvPr id="9" name="">
            <a:extLst xmlns:a="http://schemas.openxmlformats.org/drawingml/2006/main">
              <a:ext uri="{FF2B5EF4-FFF2-40B4-BE49-F238E27FC236}">
                <a16:creationId xmlns:a16="http://schemas.microsoft.com/office/drawing/2014/main" id="{82D3080E-04B1-4571-A566-0B9D5EAFEBA8}"/>
              </a:ext>
            </a:extLst>
          </p:cNvPr>
          <p:cNvSpPr>
            <a:spLocks xmlns:a="http://schemas.openxmlformats.org/drawingml/2006/main" noGrp="1"/>
          </p:cNvSpPr>
          <p:nvPr/>
        </p:nvSpPr>
        <p:spPr>
          <a:xfrm xmlns:a="http://schemas.openxmlformats.org/drawingml/2006/main">
            <a:off x="44767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Nghiệp vụ và phân tích</a:t>
            </a:r>
          </a:p>
        </p:txBody>
      </p:sp>
      <p:sp>
        <p:nvSpPr>
          <p:cNvPr id="10" name="">
            <a:extLst xmlns:a="http://schemas.openxmlformats.org/drawingml/2006/main">
              <a:ext uri="{FF2B5EF4-FFF2-40B4-BE49-F238E27FC236}">
                <a16:creationId xmlns:a16="http://schemas.microsoft.com/office/drawing/2014/main" id="{811FBEE7-A134-4B8B-BD01-A47A1AD9993A}"/>
              </a:ext>
            </a:extLst>
          </p:cNvPr>
          <p:cNvSpPr>
            <a:spLocks xmlns:a="http://schemas.openxmlformats.org/drawingml/2006/main" noGrp="1"/>
          </p:cNvSpPr>
          <p:nvPr/>
        </p:nvSpPr>
        <p:spPr>
          <a:xfrm xmlns:a="http://schemas.openxmlformats.org/drawingml/2006/main">
            <a:off x="44767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1" name="">
            <a:extLst xmlns:a="http://schemas.openxmlformats.org/drawingml/2006/main">
              <a:ext uri="{FF2B5EF4-FFF2-40B4-BE49-F238E27FC236}">
                <a16:creationId xmlns:a16="http://schemas.microsoft.com/office/drawing/2014/main" id="{7CC25F5D-1FCF-4B41-95DE-A5A750FBA80F}"/>
              </a:ext>
            </a:extLst>
          </p:cNvPr>
          <p:cNvSpPr>
            <a:spLocks xmlns:a="http://schemas.openxmlformats.org/drawingml/2006/main" noGrp="1"/>
          </p:cNvSpPr>
          <p:nvPr/>
        </p:nvSpPr>
        <p:spPr>
          <a:xfrm xmlns:a="http://schemas.openxmlformats.org/drawingml/2006/main">
            <a:off x="44767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Java 21 · Spring Boot</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NestJS · Prisma</a:t>
            </a:r>
          </a:p>
        </p:txBody>
      </p:sp>
      <p:sp>
        <p:nvSpPr>
          <p:cNvPr id="12" name="">
            <a:extLst xmlns:a="http://schemas.openxmlformats.org/drawingml/2006/main">
              <a:ext uri="{FF2B5EF4-FFF2-40B4-BE49-F238E27FC236}">
                <a16:creationId xmlns:a16="http://schemas.microsoft.com/office/drawing/2014/main" id="{857F23DF-62A6-4643-B817-F62AF0227AC7}"/>
              </a:ext>
            </a:extLst>
          </p:cNvPr>
          <p:cNvSpPr>
            <a:spLocks xmlns:a="http://schemas.openxmlformats.org/drawingml/2006/main" noGrp="1"/>
          </p:cNvSpPr>
          <p:nvPr/>
        </p:nvSpPr>
        <p:spPr>
          <a:xfrm xmlns:a="http://schemas.openxmlformats.org/drawingml/2006/main">
            <a:off x="8248650" y="2124075"/>
            <a:ext cx="3257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766E"/>
                </a:solidFill>
                <a:latin typeface="Segoe UI"/>
                <a:ea typeface="Segoe UI"/>
                <a:cs typeface="Segoe UI"/>
              </a:defRPr>
            </a:defPPr>
            <a:lvl1pPr algn="l">
              <a:buNone/>
              <a:defRPr sz="1875" b="1">
                <a:solidFill>
                  <a:srgbClr val="0F766E"/>
                </a:solidFill>
                <a:latin typeface="Segoe UI"/>
                <a:ea typeface="Segoe UI"/>
                <a:cs typeface="Segoe UI"/>
              </a:defRPr>
            </a:lvl1pPr>
            <a:lvl2pPr algn="l">
              <a:buNone/>
              <a:defRPr sz="1875" b="1">
                <a:solidFill>
                  <a:srgbClr val="0F766E"/>
                </a:solidFill>
                <a:latin typeface="Segoe UI"/>
                <a:ea typeface="Segoe UI"/>
                <a:cs typeface="Segoe UI"/>
              </a:defRPr>
            </a:lvl2pPr>
            <a:lvl3pPr algn="l">
              <a:buNone/>
              <a:defRPr sz="1875" b="1">
                <a:solidFill>
                  <a:srgbClr val="0F766E"/>
                </a:solidFill>
                <a:latin typeface="Segoe UI"/>
                <a:ea typeface="Segoe UI"/>
                <a:cs typeface="Segoe UI"/>
              </a:defRPr>
            </a:lvl3pPr>
            <a:lvl4pPr algn="l">
              <a:buNone/>
              <a:defRPr sz="1875" b="1">
                <a:solidFill>
                  <a:srgbClr val="0F766E"/>
                </a:solidFill>
                <a:latin typeface="Segoe UI"/>
                <a:ea typeface="Segoe UI"/>
                <a:cs typeface="Segoe UI"/>
              </a:defRPr>
            </a:lvl4pPr>
            <a:lvl5pPr algn="l">
              <a:buNone/>
              <a:defRPr sz="1875" b="1">
                <a:solidFill>
                  <a:srgbClr val="0F766E"/>
                </a:solidFill>
                <a:latin typeface="Segoe UI"/>
                <a:ea typeface="Segoe UI"/>
                <a:cs typeface="Segoe UI"/>
              </a:defRPr>
            </a:lvl5pPr>
            <a:lvl6pPr algn="l">
              <a:buNone/>
              <a:defRPr sz="1875" b="1">
                <a:solidFill>
                  <a:srgbClr val="0F766E"/>
                </a:solidFill>
                <a:latin typeface="Segoe UI"/>
                <a:ea typeface="Segoe UI"/>
                <a:cs typeface="Segoe UI"/>
              </a:defRPr>
            </a:lvl6pPr>
            <a:lvl7pPr algn="l">
              <a:buNone/>
              <a:defRPr sz="1875" b="1">
                <a:solidFill>
                  <a:srgbClr val="0F766E"/>
                </a:solidFill>
                <a:latin typeface="Segoe UI"/>
                <a:ea typeface="Segoe UI"/>
                <a:cs typeface="Segoe UI"/>
              </a:defRPr>
            </a:lvl7pPr>
            <a:lvl8pPr algn="l">
              <a:buNone/>
              <a:defRPr sz="1875" b="1">
                <a:solidFill>
                  <a:srgbClr val="0F766E"/>
                </a:solidFill>
                <a:latin typeface="Segoe UI"/>
                <a:ea typeface="Segoe UI"/>
                <a:cs typeface="Segoe UI"/>
              </a:defRPr>
            </a:lvl8pPr>
            <a:lvl9pPr algn="l">
              <a:buNone/>
              <a:defRPr sz="1875" b="1">
                <a:solidFill>
                  <a:srgbClr val="0F766E"/>
                </a:solidFill>
                <a:latin typeface="Segoe UI"/>
                <a:ea typeface="Segoe UI"/>
                <a:cs typeface="Segoe UI"/>
              </a:defRPr>
            </a:lvl9pPr>
          </a:lstStyle>
          <a:p xmlns:a="http://schemas.openxmlformats.org/drawingml/2006/main">
            <a:pPr algn="l">
              <a:lnSpc>
                <a:spcPct val="108000"/>
              </a:lnSpc>
              <a:buNone/>
              <a:defRPr sz="1875" b="1">
                <a:solidFill>
                  <a:srgbClr val="0F766E"/>
                </a:solidFill>
                <a:latin typeface="Segoe UI"/>
                <a:ea typeface="Segoe UI"/>
                <a:cs typeface="Segoe UI"/>
              </a:defRPr>
            </a:pPr>
            <a:r>
              <a:rPr sz="1875" b="1">
                <a:solidFill>
                  <a:srgbClr val="0F766E"/>
                </a:solidFill>
                <a:latin typeface="Segoe UI"/>
                <a:ea typeface="Segoe UI"/>
                <a:cs typeface="Segoe UI"/>
              </a:rPr>
              <a:t>Dữ liệu và sự kiện</a:t>
            </a:r>
          </a:p>
        </p:txBody>
      </p:sp>
      <p:sp>
        <p:nvSpPr>
          <p:cNvPr id="13" name="">
            <a:extLst xmlns:a="http://schemas.openxmlformats.org/drawingml/2006/main">
              <a:ext uri="{FF2B5EF4-FFF2-40B4-BE49-F238E27FC236}">
                <a16:creationId xmlns:a16="http://schemas.microsoft.com/office/drawing/2014/main" id="{8E7AFBF4-C70B-4BB5-A031-89CB7C0E54F0}"/>
              </a:ext>
            </a:extLst>
          </p:cNvPr>
          <p:cNvSpPr>
            <a:spLocks xmlns:a="http://schemas.openxmlformats.org/drawingml/2006/main" noGrp="1"/>
          </p:cNvSpPr>
          <p:nvPr/>
        </p:nvSpPr>
        <p:spPr>
          <a:xfrm xmlns:a="http://schemas.openxmlformats.org/drawingml/2006/main">
            <a:off x="8248650" y="2647950"/>
            <a:ext cx="325755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4" name="">
            <a:extLst xmlns:a="http://schemas.openxmlformats.org/drawingml/2006/main">
              <a:ext uri="{FF2B5EF4-FFF2-40B4-BE49-F238E27FC236}">
                <a16:creationId xmlns:a16="http://schemas.microsoft.com/office/drawing/2014/main" id="{9A0C5F3B-EF99-4EE7-BE7D-DCEC32684983}"/>
              </a:ext>
            </a:extLst>
          </p:cNvPr>
          <p:cNvSpPr>
            <a:spLocks xmlns:a="http://schemas.openxmlformats.org/drawingml/2006/main" noGrp="1"/>
          </p:cNvSpPr>
          <p:nvPr/>
        </p:nvSpPr>
        <p:spPr>
          <a:xfrm xmlns:a="http://schemas.openxmlformats.org/drawingml/2006/main">
            <a:off x="8248650" y="2981325"/>
            <a:ext cx="32575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17211F"/>
                </a:solidFill>
                <a:latin typeface="Segoe UI"/>
                <a:ea typeface="Segoe UI"/>
                <a:cs typeface="Segoe UI"/>
              </a:defRPr>
            </a:defPPr>
            <a:lvl1pPr algn="l">
              <a:buNone/>
              <a:defRPr sz="2175" b="1">
                <a:solidFill>
                  <a:srgbClr val="17211F"/>
                </a:solidFill>
                <a:latin typeface="Segoe UI"/>
                <a:ea typeface="Segoe UI"/>
                <a:cs typeface="Segoe UI"/>
              </a:defRPr>
            </a:lvl1pPr>
            <a:lvl2pPr algn="l">
              <a:buNone/>
              <a:defRPr sz="2175" b="1">
                <a:solidFill>
                  <a:srgbClr val="17211F"/>
                </a:solidFill>
                <a:latin typeface="Segoe UI"/>
                <a:ea typeface="Segoe UI"/>
                <a:cs typeface="Segoe UI"/>
              </a:defRPr>
            </a:lvl2pPr>
            <a:lvl3pPr algn="l">
              <a:buNone/>
              <a:defRPr sz="2175" b="1">
                <a:solidFill>
                  <a:srgbClr val="17211F"/>
                </a:solidFill>
                <a:latin typeface="Segoe UI"/>
                <a:ea typeface="Segoe UI"/>
                <a:cs typeface="Segoe UI"/>
              </a:defRPr>
            </a:lvl3pPr>
            <a:lvl4pPr algn="l">
              <a:buNone/>
              <a:defRPr sz="2175" b="1">
                <a:solidFill>
                  <a:srgbClr val="17211F"/>
                </a:solidFill>
                <a:latin typeface="Segoe UI"/>
                <a:ea typeface="Segoe UI"/>
                <a:cs typeface="Segoe UI"/>
              </a:defRPr>
            </a:lvl4pPr>
            <a:lvl5pPr algn="l">
              <a:buNone/>
              <a:defRPr sz="2175" b="1">
                <a:solidFill>
                  <a:srgbClr val="17211F"/>
                </a:solidFill>
                <a:latin typeface="Segoe UI"/>
                <a:ea typeface="Segoe UI"/>
                <a:cs typeface="Segoe UI"/>
              </a:defRPr>
            </a:lvl5pPr>
            <a:lvl6pPr algn="l">
              <a:buNone/>
              <a:defRPr sz="2175" b="1">
                <a:solidFill>
                  <a:srgbClr val="17211F"/>
                </a:solidFill>
                <a:latin typeface="Segoe UI"/>
                <a:ea typeface="Segoe UI"/>
                <a:cs typeface="Segoe UI"/>
              </a:defRPr>
            </a:lvl6pPr>
            <a:lvl7pPr algn="l">
              <a:buNone/>
              <a:defRPr sz="2175" b="1">
                <a:solidFill>
                  <a:srgbClr val="17211F"/>
                </a:solidFill>
                <a:latin typeface="Segoe UI"/>
                <a:ea typeface="Segoe UI"/>
                <a:cs typeface="Segoe UI"/>
              </a:defRPr>
            </a:lvl7pPr>
            <a:lvl8pPr algn="l">
              <a:buNone/>
              <a:defRPr sz="2175" b="1">
                <a:solidFill>
                  <a:srgbClr val="17211F"/>
                </a:solidFill>
                <a:latin typeface="Segoe UI"/>
                <a:ea typeface="Segoe UI"/>
                <a:cs typeface="Segoe UI"/>
              </a:defRPr>
            </a:lvl8pPr>
            <a:lvl9pPr algn="l">
              <a:buNone/>
              <a:defRPr sz="2175" b="1">
                <a:solidFill>
                  <a:srgbClr val="17211F"/>
                </a:solidFill>
                <a:latin typeface="Segoe UI"/>
                <a:ea typeface="Segoe UI"/>
                <a:cs typeface="Segoe UI"/>
              </a:defRPr>
            </a:lvl9pPr>
          </a:lstStyle>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PostgreSQL · Redis</a:t>
            </a:r>
          </a:p>
          <a:p xmlns:a="http://schemas.openxmlformats.org/drawingml/2006/main">
            <a:pPr algn="l">
              <a:lnSpc>
                <a:spcPct val="124000"/>
              </a:lnSpc>
              <a:buNone/>
              <a:defRPr sz="2175" b="1">
                <a:solidFill>
                  <a:srgbClr val="17211F"/>
                </a:solidFill>
                <a:latin typeface="Segoe UI"/>
                <a:ea typeface="Segoe UI"/>
                <a:cs typeface="Segoe UI"/>
              </a:defRPr>
            </a:pPr>
            <a:r>
              <a:rPr sz="2175" b="1">
                <a:solidFill>
                  <a:srgbClr val="17211F"/>
                </a:solidFill>
                <a:latin typeface="Segoe UI"/>
                <a:ea typeface="Segoe UI"/>
                <a:cs typeface="Segoe UI"/>
              </a:rPr>
              <a:t>Kafka</a:t>
            </a:r>
          </a:p>
        </p:txBody>
      </p:sp>
      <p:sp>
        <p:nvSpPr>
          <p:cNvPr id="15" name="">
            <a:extLst xmlns:a="http://schemas.openxmlformats.org/drawingml/2006/main">
              <a:ext uri="{FF2B5EF4-FFF2-40B4-BE49-F238E27FC236}">
                <a16:creationId xmlns:a16="http://schemas.microsoft.com/office/drawing/2014/main" id="{264BACF8-C6F7-42D4-8287-B64A94F756D4}"/>
              </a:ext>
            </a:extLst>
          </p:cNvPr>
          <p:cNvSpPr>
            <a:spLocks xmlns:a="http://schemas.openxmlformats.org/drawingml/2006/main" noGrp="1"/>
          </p:cNvSpPr>
          <p:nvPr/>
        </p:nvSpPr>
        <p:spPr>
          <a:xfrm xmlns:a="http://schemas.openxmlformats.org/drawingml/2006/main">
            <a:off x="695325" y="4819650"/>
            <a:ext cx="10801350" cy="895350"/>
          </a:xfrm>
          <a:prstGeom xmlns:a="http://schemas.openxmlformats.org/drawingml/2006/main" prst="roundRect">
            <a:avLst>
              <a:gd name="adj" fmla="val 12766"/>
            </a:avLst>
          </a:prstGeom>
          <a:solidFill xmlns:a="http://schemas.openxmlformats.org/drawingml/2006/main">
            <a:srgbClr val="DDF4E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FB7D795-F87A-4A2B-A00C-AA6C6FD3E5DD}"/>
              </a:ext>
            </a:extLst>
          </p:cNvPr>
          <p:cNvSpPr>
            <a:spLocks xmlns:a="http://schemas.openxmlformats.org/drawingml/2006/main" noGrp="1"/>
          </p:cNvSpPr>
          <p:nvPr/>
        </p:nvSpPr>
        <p:spPr>
          <a:xfrm xmlns:a="http://schemas.openxmlformats.org/drawingml/2006/main">
            <a:off x="962025" y="50673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buNone/>
              <a:defRPr sz="1725" b="1">
                <a:solidFill>
                  <a:srgbClr val="0C403C"/>
                </a:solidFill>
                <a:latin typeface="Segoe UI"/>
                <a:ea typeface="Segoe UI"/>
                <a:cs typeface="Segoe UI"/>
              </a:defRPr>
            </a:lvl1pPr>
            <a:lvl2pPr algn="l">
              <a:buNone/>
              <a:defRPr sz="1725" b="1">
                <a:solidFill>
                  <a:srgbClr val="0C403C"/>
                </a:solidFill>
                <a:latin typeface="Segoe UI"/>
                <a:ea typeface="Segoe UI"/>
                <a:cs typeface="Segoe UI"/>
              </a:defRPr>
            </a:lvl2pPr>
            <a:lvl3pPr algn="l">
              <a:buNone/>
              <a:defRPr sz="1725" b="1">
                <a:solidFill>
                  <a:srgbClr val="0C403C"/>
                </a:solidFill>
                <a:latin typeface="Segoe UI"/>
                <a:ea typeface="Segoe UI"/>
                <a:cs typeface="Segoe UI"/>
              </a:defRPr>
            </a:lvl3pPr>
            <a:lvl4pPr algn="l">
              <a:buNone/>
              <a:defRPr sz="1725" b="1">
                <a:solidFill>
                  <a:srgbClr val="0C403C"/>
                </a:solidFill>
                <a:latin typeface="Segoe UI"/>
                <a:ea typeface="Segoe UI"/>
                <a:cs typeface="Segoe UI"/>
              </a:defRPr>
            </a:lvl4pPr>
            <a:lvl5pPr algn="l">
              <a:buNone/>
              <a:defRPr sz="1725" b="1">
                <a:solidFill>
                  <a:srgbClr val="0C403C"/>
                </a:solidFill>
                <a:latin typeface="Segoe UI"/>
                <a:ea typeface="Segoe UI"/>
                <a:cs typeface="Segoe UI"/>
              </a:defRPr>
            </a:lvl5pPr>
            <a:lvl6pPr algn="l">
              <a:buNone/>
              <a:defRPr sz="1725" b="1">
                <a:solidFill>
                  <a:srgbClr val="0C403C"/>
                </a:solidFill>
                <a:latin typeface="Segoe UI"/>
                <a:ea typeface="Segoe UI"/>
                <a:cs typeface="Segoe UI"/>
              </a:defRPr>
            </a:lvl6pPr>
            <a:lvl7pPr algn="l">
              <a:buNone/>
              <a:defRPr sz="1725" b="1">
                <a:solidFill>
                  <a:srgbClr val="0C403C"/>
                </a:solidFill>
                <a:latin typeface="Segoe UI"/>
                <a:ea typeface="Segoe UI"/>
                <a:cs typeface="Segoe UI"/>
              </a:defRPr>
            </a:lvl7pPr>
            <a:lvl8pPr algn="l">
              <a:buNone/>
              <a:defRPr sz="1725" b="1">
                <a:solidFill>
                  <a:srgbClr val="0C403C"/>
                </a:solidFill>
                <a:latin typeface="Segoe UI"/>
                <a:ea typeface="Segoe UI"/>
                <a:cs typeface="Segoe UI"/>
              </a:defRPr>
            </a:lvl8pPr>
            <a:lvl9pPr algn="l">
              <a:buNone/>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Bản cài Windows chứa giao diện. Core, Insight và PostgreSQL chạy như các dịch vụ riêng.</a:t>
            </a:r>
          </a:p>
        </p:txBody>
      </p:sp>
    </p:spTree>
    <p:extLst>
      <p:ext uri="{BB962C8B-B14F-4D97-AF65-F5344CB8AC3E}">
        <p14:creationId xmlns:p14="http://schemas.microsoft.com/office/powerpoint/2010/main" val="790206475"/>
      </p:ext>
    </p:extLst>
  </p:cSld>
</p:sld>
</file>

<file path=ppt/slides/slide5.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39FB2F6-16BD-40B3-928D-0852BA59BA77}"/>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HỆ THỐNG</a:t>
            </a:r>
          </a:p>
        </p:txBody>
      </p:sp>
      <p:sp>
        <p:nvSpPr>
          <p:cNvPr id="2" name="">
            <a:extLst xmlns:a="http://schemas.openxmlformats.org/drawingml/2006/main">
              <a:ext uri="{FF2B5EF4-FFF2-40B4-BE49-F238E27FC236}">
                <a16:creationId xmlns:a16="http://schemas.microsoft.com/office/drawing/2014/main" id="{CBFBF7C2-FD31-4781-A116-528229646CE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Kiến trúc triển khai local</a:t>
            </a:r>
          </a:p>
        </p:txBody>
      </p:sp>
      <p:sp>
        <p:nvSpPr>
          <p:cNvPr id="3" name="">
            <a:extLst xmlns:a="http://schemas.openxmlformats.org/drawingml/2006/main">
              <a:ext uri="{FF2B5EF4-FFF2-40B4-BE49-F238E27FC236}">
                <a16:creationId xmlns:a16="http://schemas.microsoft.com/office/drawing/2014/main" id="{EA9E4E2E-9B27-4905-8D61-62EF0983AD2B}"/>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CD1115C2-A79D-4090-B432-11A93CB74B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2DF1A8B0-BF4D-4C05-9938-32C71ED141E6}"/>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05</a:t>
            </a:r>
          </a:p>
        </p:txBody>
      </p:sp>
      <p:sp>
        <p:nvSpPr>
          <p:cNvPr id="6" name="">
            <a:extLst xmlns:a="http://schemas.openxmlformats.org/drawingml/2006/main">
              <a:ext uri="{FF2B5EF4-FFF2-40B4-BE49-F238E27FC236}">
                <a16:creationId xmlns:a16="http://schemas.microsoft.com/office/drawing/2014/main" id="{828BE78F-7AE4-4CCB-B164-5AB848E44BF9}"/>
              </a:ext>
            </a:extLst>
          </p:cNvPr>
          <p:cNvSpPr>
            <a:spLocks xmlns:a="http://schemas.openxmlformats.org/drawingml/2006/main" noGrp="1"/>
          </p:cNvSpPr>
          <p:nvPr/>
        </p:nvSpPr>
        <p:spPr>
          <a:xfrm xmlns:a="http://schemas.openxmlformats.org/drawingml/2006/main">
            <a:off x="704850" y="2352675"/>
            <a:ext cx="228600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56A19288-C0FB-4B3D-8900-5B9094D4975C}"/>
              </a:ext>
            </a:extLst>
          </p:cNvPr>
          <p:cNvSpPr>
            <a:spLocks xmlns:a="http://schemas.openxmlformats.org/drawingml/2006/main" noGrp="1"/>
          </p:cNvSpPr>
          <p:nvPr/>
        </p:nvSpPr>
        <p:spPr>
          <a:xfrm xmlns:a="http://schemas.openxmlformats.org/drawingml/2006/main">
            <a:off x="838200" y="2495550"/>
            <a:ext cx="2019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Ứng dụng Windows</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Tauri + React</a:t>
            </a:r>
          </a:p>
        </p:txBody>
      </p:sp>
      <p:sp>
        <p:nvSpPr>
          <p:cNvPr id="8" name="">
            <a:extLst xmlns:a="http://schemas.openxmlformats.org/drawingml/2006/main">
              <a:ext uri="{FF2B5EF4-FFF2-40B4-BE49-F238E27FC236}">
                <a16:creationId xmlns:a16="http://schemas.microsoft.com/office/drawing/2014/main" id="{662DA132-625A-4104-9ACE-7EA63073D73F}"/>
              </a:ext>
            </a:extLst>
          </p:cNvPr>
          <p:cNvSpPr>
            <a:spLocks xmlns:a="http://schemas.openxmlformats.org/drawingml/2006/main" noGrp="1"/>
          </p:cNvSpPr>
          <p:nvPr/>
        </p:nvSpPr>
        <p:spPr>
          <a:xfrm xmlns:a="http://schemas.openxmlformats.org/drawingml/2006/main">
            <a:off x="4191000" y="19335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57487CD7-5DCE-4ACA-AB9D-5A019C6F600C}"/>
              </a:ext>
            </a:extLst>
          </p:cNvPr>
          <p:cNvSpPr>
            <a:spLocks xmlns:a="http://schemas.openxmlformats.org/drawingml/2006/main" noGrp="1"/>
          </p:cNvSpPr>
          <p:nvPr/>
        </p:nvSpPr>
        <p:spPr>
          <a:xfrm xmlns:a="http://schemas.openxmlformats.org/drawingml/2006/main">
            <a:off x="4324350" y="20764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836"/>
          </a:bodyPr>
          <a:lstStyle xmlns:a="http://schemas.openxmlformats.org/drawingml/2006/main">
            <a:defPPr algn="ctr">
              <a:defRPr sz="1350" b="1">
                <a:solidFill>
                  <a:srgbClr val="17211F"/>
                </a:solidFill>
                <a:latin typeface="Segoe UI"/>
                <a:ea typeface="Segoe UI"/>
                <a:cs typeface="Segoe UI"/>
              </a:defRPr>
            </a:defPPr>
            <a:lvl1pPr algn="ctr">
              <a:buNone/>
              <a:defRPr sz="1350" b="1">
                <a:solidFill>
                  <a:srgbClr val="17211F"/>
                </a:solidFill>
                <a:latin typeface="Segoe UI"/>
                <a:ea typeface="Segoe UI"/>
                <a:cs typeface="Segoe UI"/>
              </a:defRPr>
            </a:lvl1pPr>
            <a:lvl2pPr algn="ctr">
              <a:buNone/>
              <a:defRPr sz="1350" b="1">
                <a:solidFill>
                  <a:srgbClr val="17211F"/>
                </a:solidFill>
                <a:latin typeface="Segoe UI"/>
                <a:ea typeface="Segoe UI"/>
                <a:cs typeface="Segoe UI"/>
              </a:defRPr>
            </a:lvl2pPr>
            <a:lvl3pPr algn="ctr">
              <a:buNone/>
              <a:defRPr sz="1350" b="1">
                <a:solidFill>
                  <a:srgbClr val="17211F"/>
                </a:solidFill>
                <a:latin typeface="Segoe UI"/>
                <a:ea typeface="Segoe UI"/>
                <a:cs typeface="Segoe UI"/>
              </a:defRPr>
            </a:lvl3pPr>
            <a:lvl4pPr algn="ctr">
              <a:buNone/>
              <a:defRPr sz="1350" b="1">
                <a:solidFill>
                  <a:srgbClr val="17211F"/>
                </a:solidFill>
                <a:latin typeface="Segoe UI"/>
                <a:ea typeface="Segoe UI"/>
                <a:cs typeface="Segoe UI"/>
              </a:defRPr>
            </a:lvl4pPr>
            <a:lvl5pPr algn="ctr">
              <a:buNone/>
              <a:defRPr sz="1350" b="1">
                <a:solidFill>
                  <a:srgbClr val="17211F"/>
                </a:solidFill>
                <a:latin typeface="Segoe UI"/>
                <a:ea typeface="Segoe UI"/>
                <a:cs typeface="Segoe UI"/>
              </a:defRPr>
            </a:lvl5pPr>
            <a:lvl6pPr algn="ctr">
              <a:buNone/>
              <a:defRPr sz="1350" b="1">
                <a:solidFill>
                  <a:srgbClr val="17211F"/>
                </a:solidFill>
                <a:latin typeface="Segoe UI"/>
                <a:ea typeface="Segoe UI"/>
                <a:cs typeface="Segoe UI"/>
              </a:defRPr>
            </a:lvl6pPr>
            <a:lvl7pPr algn="ctr">
              <a:buNone/>
              <a:defRPr sz="1350" b="1">
                <a:solidFill>
                  <a:srgbClr val="17211F"/>
                </a:solidFill>
                <a:latin typeface="Segoe UI"/>
                <a:ea typeface="Segoe UI"/>
                <a:cs typeface="Segoe UI"/>
              </a:defRPr>
            </a:lvl7pPr>
            <a:lvl8pPr algn="ctr">
              <a:buNone/>
              <a:defRPr sz="1350" b="1">
                <a:solidFill>
                  <a:srgbClr val="17211F"/>
                </a:solidFill>
                <a:latin typeface="Segoe UI"/>
                <a:ea typeface="Segoe UI"/>
                <a:cs typeface="Segoe UI"/>
              </a:defRPr>
            </a:lvl8pPr>
            <a:lvl9pPr algn="ctr">
              <a:buNone/>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Core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Auth · Catalog · Loan · Inventory · Search</a:t>
            </a:r>
          </a:p>
        </p:txBody>
      </p:sp>
      <p:sp>
        <p:nvSpPr>
          <p:cNvPr id="10" name="">
            <a:extLst xmlns:a="http://schemas.openxmlformats.org/drawingml/2006/main">
              <a:ext uri="{FF2B5EF4-FFF2-40B4-BE49-F238E27FC236}">
                <a16:creationId xmlns:a16="http://schemas.microsoft.com/office/drawing/2014/main" id="{AFDE15A9-15C8-4959-AB24-960F7DD21630}"/>
              </a:ext>
            </a:extLst>
          </p:cNvPr>
          <p:cNvSpPr>
            <a:spLocks xmlns:a="http://schemas.openxmlformats.org/drawingml/2006/main" noGrp="1"/>
          </p:cNvSpPr>
          <p:nvPr/>
        </p:nvSpPr>
        <p:spPr>
          <a:xfrm xmlns:a="http://schemas.openxmlformats.org/drawingml/2006/main">
            <a:off x="4191000" y="3686175"/>
            <a:ext cx="28575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619EB808-8A33-4F99-AF6F-CEBE76579032}"/>
              </a:ext>
            </a:extLst>
          </p:cNvPr>
          <p:cNvSpPr>
            <a:spLocks xmlns:a="http://schemas.openxmlformats.org/drawingml/2006/main" noGrp="1"/>
          </p:cNvSpPr>
          <p:nvPr/>
        </p:nvSpPr>
        <p:spPr>
          <a:xfrm xmlns:a="http://schemas.openxmlformats.org/drawingml/2006/main">
            <a:off x="4324350" y="3829050"/>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0021"/>
          </a:bodyPr>
          <a:lstStyle xmlns:a="http://schemas.openxmlformats.org/drawingml/2006/main">
            <a:defPPr algn="ctr">
              <a:defRPr sz="1350" b="1">
                <a:solidFill>
                  <a:srgbClr val="17211F"/>
                </a:solidFill>
                <a:latin typeface="Segoe UI"/>
                <a:ea typeface="Segoe UI"/>
                <a:cs typeface="Segoe UI"/>
              </a:defRPr>
            </a:defPPr>
            <a:lvl1pPr algn="ctr">
              <a:buNone/>
              <a:defRPr sz="1350" b="1">
                <a:solidFill>
                  <a:srgbClr val="17211F"/>
                </a:solidFill>
                <a:latin typeface="Segoe UI"/>
                <a:ea typeface="Segoe UI"/>
                <a:cs typeface="Segoe UI"/>
              </a:defRPr>
            </a:lvl1pPr>
            <a:lvl2pPr algn="ctr">
              <a:buNone/>
              <a:defRPr sz="1350" b="1">
                <a:solidFill>
                  <a:srgbClr val="17211F"/>
                </a:solidFill>
                <a:latin typeface="Segoe UI"/>
                <a:ea typeface="Segoe UI"/>
                <a:cs typeface="Segoe UI"/>
              </a:defRPr>
            </a:lvl2pPr>
            <a:lvl3pPr algn="ctr">
              <a:buNone/>
              <a:defRPr sz="1350" b="1">
                <a:solidFill>
                  <a:srgbClr val="17211F"/>
                </a:solidFill>
                <a:latin typeface="Segoe UI"/>
                <a:ea typeface="Segoe UI"/>
                <a:cs typeface="Segoe UI"/>
              </a:defRPr>
            </a:lvl3pPr>
            <a:lvl4pPr algn="ctr">
              <a:buNone/>
              <a:defRPr sz="1350" b="1">
                <a:solidFill>
                  <a:srgbClr val="17211F"/>
                </a:solidFill>
                <a:latin typeface="Segoe UI"/>
                <a:ea typeface="Segoe UI"/>
                <a:cs typeface="Segoe UI"/>
              </a:defRPr>
            </a:lvl4pPr>
            <a:lvl5pPr algn="ctr">
              <a:buNone/>
              <a:defRPr sz="1350" b="1">
                <a:solidFill>
                  <a:srgbClr val="17211F"/>
                </a:solidFill>
                <a:latin typeface="Segoe UI"/>
                <a:ea typeface="Segoe UI"/>
                <a:cs typeface="Segoe UI"/>
              </a:defRPr>
            </a:lvl5pPr>
            <a:lvl6pPr algn="ctr">
              <a:buNone/>
              <a:defRPr sz="1350" b="1">
                <a:solidFill>
                  <a:srgbClr val="17211F"/>
                </a:solidFill>
                <a:latin typeface="Segoe UI"/>
                <a:ea typeface="Segoe UI"/>
                <a:cs typeface="Segoe UI"/>
              </a:defRPr>
            </a:lvl6pPr>
            <a:lvl7pPr algn="ctr">
              <a:buNone/>
              <a:defRPr sz="1350" b="1">
                <a:solidFill>
                  <a:srgbClr val="17211F"/>
                </a:solidFill>
                <a:latin typeface="Segoe UI"/>
                <a:ea typeface="Segoe UI"/>
                <a:cs typeface="Segoe UI"/>
              </a:defRPr>
            </a:lvl7pPr>
            <a:lvl8pPr algn="ctr">
              <a:buNone/>
              <a:defRPr sz="1350" b="1">
                <a:solidFill>
                  <a:srgbClr val="17211F"/>
                </a:solidFill>
                <a:latin typeface="Segoe UI"/>
                <a:ea typeface="Segoe UI"/>
                <a:cs typeface="Segoe UI"/>
              </a:defRPr>
            </a:lvl8pPr>
            <a:lvl9pPr algn="ctr">
              <a:buNone/>
              <a:defRPr sz="1350" b="1">
                <a:solidFill>
                  <a:srgbClr val="17211F"/>
                </a:solidFill>
                <a:latin typeface="Segoe UI"/>
                <a:ea typeface="Segoe UI"/>
                <a:cs typeface="Segoe UI"/>
              </a:defRPr>
            </a:lvl9pPr>
          </a:lstStyle>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Insight Service</a:t>
            </a:r>
          </a:p>
          <a:p xmlns:a="http://schemas.openxmlformats.org/drawingml/2006/main">
            <a:pPr algn="ctr">
              <a:lnSpc>
                <a:spcPct val="108000"/>
              </a:lnSpc>
              <a:buNone/>
              <a:defRPr sz="1350" b="1">
                <a:solidFill>
                  <a:srgbClr val="17211F"/>
                </a:solidFill>
                <a:latin typeface="Segoe UI"/>
                <a:ea typeface="Segoe UI"/>
                <a:cs typeface="Segoe UI"/>
              </a:defRPr>
            </a:pPr>
            <a:r>
              <a:rPr sz="1350" b="1">
                <a:solidFill>
                  <a:srgbClr val="17211F"/>
                </a:solidFill>
                <a:latin typeface="Segoe UI"/>
                <a:ea typeface="Segoe UI"/>
                <a:cs typeface="Segoe UI"/>
              </a:rPr>
              <a:t>Metadata · History · Acquisition</a:t>
            </a:r>
          </a:p>
        </p:txBody>
      </p:sp>
      <p:sp>
        <p:nvSpPr>
          <p:cNvPr id="12" name="">
            <a:extLst xmlns:a="http://schemas.openxmlformats.org/drawingml/2006/main">
              <a:ext uri="{FF2B5EF4-FFF2-40B4-BE49-F238E27FC236}">
                <a16:creationId xmlns:a16="http://schemas.microsoft.com/office/drawing/2014/main" id="{A8935822-9BC7-426C-9AA4-BBBDF46D2E80}"/>
              </a:ext>
            </a:extLst>
          </p:cNvPr>
          <p:cNvSpPr>
            <a:spLocks xmlns:a="http://schemas.openxmlformats.org/drawingml/2006/main" noGrp="1"/>
          </p:cNvSpPr>
          <p:nvPr/>
        </p:nvSpPr>
        <p:spPr>
          <a:xfrm xmlns:a="http://schemas.openxmlformats.org/drawingml/2006/main">
            <a:off x="8315325" y="2352675"/>
            <a:ext cx="2886075"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3" name="">
            <a:extLst xmlns:a="http://schemas.openxmlformats.org/drawingml/2006/main">
              <a:ext uri="{FF2B5EF4-FFF2-40B4-BE49-F238E27FC236}">
                <a16:creationId xmlns:a16="http://schemas.microsoft.com/office/drawing/2014/main" id="{352E21BB-3023-4F27-B3D0-1D2D1F66B8D3}"/>
              </a:ext>
            </a:extLst>
          </p:cNvPr>
          <p:cNvSpPr>
            <a:spLocks xmlns:a="http://schemas.openxmlformats.org/drawingml/2006/main" noGrp="1"/>
          </p:cNvSpPr>
          <p:nvPr/>
        </p:nvSpPr>
        <p:spPr>
          <a:xfrm xmlns:a="http://schemas.openxmlformats.org/drawingml/2006/main">
            <a:off x="8448675" y="2495550"/>
            <a:ext cx="2619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PostgreSQL</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Core / Insight riêng</a:t>
            </a:r>
          </a:p>
        </p:txBody>
      </p:sp>
      <p:sp>
        <p:nvSpPr>
          <p:cNvPr id="14" name="">
            <a:extLst xmlns:a="http://schemas.openxmlformats.org/drawingml/2006/main">
              <a:ext uri="{FF2B5EF4-FFF2-40B4-BE49-F238E27FC236}">
                <a16:creationId xmlns:a16="http://schemas.microsoft.com/office/drawing/2014/main" id="{06FDE7CD-91A3-44A2-8FFF-107C6116297B}"/>
              </a:ext>
            </a:extLst>
          </p:cNvPr>
          <p:cNvSpPr>
            <a:spLocks xmlns:a="http://schemas.openxmlformats.org/drawingml/2006/main" noGrp="1"/>
          </p:cNvSpPr>
          <p:nvPr/>
        </p:nvSpPr>
        <p:spPr>
          <a:xfrm xmlns:a="http://schemas.openxmlformats.org/drawingml/2006/main">
            <a:off x="2990850" y="269557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42CDC1CC-2DAF-43FB-8D49-3ABFF69B5ABC}"/>
              </a:ext>
            </a:extLst>
          </p:cNvPr>
          <p:cNvSpPr>
            <a:spLocks xmlns:a="http://schemas.openxmlformats.org/drawingml/2006/main" noGrp="1"/>
          </p:cNvSpPr>
          <p:nvPr/>
        </p:nvSpPr>
        <p:spPr>
          <a:xfrm xmlns:a="http://schemas.openxmlformats.org/drawingml/2006/main">
            <a:off x="3571875"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FEAA56B4-9133-4772-89EC-7B68B31F700C}"/>
              </a:ext>
            </a:extLst>
          </p:cNvPr>
          <p:cNvSpPr>
            <a:spLocks xmlns:a="http://schemas.openxmlformats.org/drawingml/2006/main" noGrp="1"/>
          </p:cNvSpPr>
          <p:nvPr/>
        </p:nvSpPr>
        <p:spPr>
          <a:xfrm xmlns:a="http://schemas.openxmlformats.org/drawingml/2006/main">
            <a:off x="3571875" y="22764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9DC788D8-84F8-4B8B-92E6-0C0E176DDF1C}"/>
              </a:ext>
            </a:extLst>
          </p:cNvPr>
          <p:cNvSpPr>
            <a:spLocks xmlns:a="http://schemas.openxmlformats.org/drawingml/2006/main" noGrp="1"/>
          </p:cNvSpPr>
          <p:nvPr/>
        </p:nvSpPr>
        <p:spPr>
          <a:xfrm xmlns:a="http://schemas.openxmlformats.org/drawingml/2006/main">
            <a:off x="3571875" y="4029075"/>
            <a:ext cx="6191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8" name="">
            <a:extLst xmlns:a="http://schemas.openxmlformats.org/drawingml/2006/main">
              <a:ext uri="{FF2B5EF4-FFF2-40B4-BE49-F238E27FC236}">
                <a16:creationId xmlns:a16="http://schemas.microsoft.com/office/drawing/2014/main" id="{5AF41C71-3103-4A9F-8D49-874E46E68C14}"/>
              </a:ext>
            </a:extLst>
          </p:cNvPr>
          <p:cNvSpPr>
            <a:spLocks xmlns:a="http://schemas.openxmlformats.org/drawingml/2006/main" noGrp="1"/>
          </p:cNvSpPr>
          <p:nvPr/>
        </p:nvSpPr>
        <p:spPr>
          <a:xfrm xmlns:a="http://schemas.openxmlformats.org/drawingml/2006/main">
            <a:off x="7048500" y="22764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9" name="">
            <a:extLst xmlns:a="http://schemas.openxmlformats.org/drawingml/2006/main">
              <a:ext uri="{FF2B5EF4-FFF2-40B4-BE49-F238E27FC236}">
                <a16:creationId xmlns:a16="http://schemas.microsoft.com/office/drawing/2014/main" id="{80D8D4B9-80A4-4D71-8788-D66425367428}"/>
              </a:ext>
            </a:extLst>
          </p:cNvPr>
          <p:cNvSpPr>
            <a:spLocks xmlns:a="http://schemas.openxmlformats.org/drawingml/2006/main" noGrp="1"/>
          </p:cNvSpPr>
          <p:nvPr/>
        </p:nvSpPr>
        <p:spPr>
          <a:xfrm xmlns:a="http://schemas.openxmlformats.org/drawingml/2006/main">
            <a:off x="7048500" y="4029075"/>
            <a:ext cx="85725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0" name="">
            <a:extLst xmlns:a="http://schemas.openxmlformats.org/drawingml/2006/main">
              <a:ext uri="{FF2B5EF4-FFF2-40B4-BE49-F238E27FC236}">
                <a16:creationId xmlns:a16="http://schemas.microsoft.com/office/drawing/2014/main" id="{033060EC-ADCD-44ED-9279-1613D236F97A}"/>
              </a:ext>
            </a:extLst>
          </p:cNvPr>
          <p:cNvSpPr>
            <a:spLocks xmlns:a="http://schemas.openxmlformats.org/drawingml/2006/main" noGrp="1"/>
          </p:cNvSpPr>
          <p:nvPr/>
        </p:nvSpPr>
        <p:spPr>
          <a:xfrm xmlns:a="http://schemas.openxmlformats.org/drawingml/2006/main">
            <a:off x="7905750" y="2276475"/>
            <a:ext cx="0" cy="175260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EE27C839-C23B-40F4-AF3E-DD59B54EF541}"/>
              </a:ext>
            </a:extLst>
          </p:cNvPr>
          <p:cNvSpPr>
            <a:spLocks xmlns:a="http://schemas.openxmlformats.org/drawingml/2006/main" noGrp="1"/>
          </p:cNvSpPr>
          <p:nvPr/>
        </p:nvSpPr>
        <p:spPr>
          <a:xfrm xmlns:a="http://schemas.openxmlformats.org/drawingml/2006/main">
            <a:off x="7905750" y="2695575"/>
            <a:ext cx="4095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2" name="">
            <a:extLst xmlns:a="http://schemas.openxmlformats.org/drawingml/2006/main">
              <a:ext uri="{FF2B5EF4-FFF2-40B4-BE49-F238E27FC236}">
                <a16:creationId xmlns:a16="http://schemas.microsoft.com/office/drawing/2014/main" id="{710C5790-62E5-417E-8BE7-AD42DC88E716}"/>
              </a:ext>
            </a:extLst>
          </p:cNvPr>
          <p:cNvSpPr>
            <a:spLocks xmlns:a="http://schemas.openxmlformats.org/drawingml/2006/main" noGrp="1"/>
          </p:cNvSpPr>
          <p:nvPr/>
        </p:nvSpPr>
        <p:spPr>
          <a:xfrm xmlns:a="http://schemas.openxmlformats.org/drawingml/2006/main">
            <a:off x="3000375" y="1952625"/>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buNone/>
              <a:defRPr sz="1200" b="0">
                <a:solidFill>
                  <a:srgbClr val="0F766E"/>
                </a:solidFill>
                <a:latin typeface="Segoe UI"/>
                <a:ea typeface="Segoe UI"/>
                <a:cs typeface="Segoe UI"/>
              </a:defRPr>
            </a:lvl1pPr>
            <a:lvl2pPr algn="l">
              <a:buNone/>
              <a:defRPr sz="1200" b="0">
                <a:solidFill>
                  <a:srgbClr val="0F766E"/>
                </a:solidFill>
                <a:latin typeface="Segoe UI"/>
                <a:ea typeface="Segoe UI"/>
                <a:cs typeface="Segoe UI"/>
              </a:defRPr>
            </a:lvl2pPr>
            <a:lvl3pPr algn="l">
              <a:buNone/>
              <a:defRPr sz="1200" b="0">
                <a:solidFill>
                  <a:srgbClr val="0F766E"/>
                </a:solidFill>
                <a:latin typeface="Segoe UI"/>
                <a:ea typeface="Segoe UI"/>
                <a:cs typeface="Segoe UI"/>
              </a:defRPr>
            </a:lvl3pPr>
            <a:lvl4pPr algn="l">
              <a:buNone/>
              <a:defRPr sz="1200" b="0">
                <a:solidFill>
                  <a:srgbClr val="0F766E"/>
                </a:solidFill>
                <a:latin typeface="Segoe UI"/>
                <a:ea typeface="Segoe UI"/>
                <a:cs typeface="Segoe UI"/>
              </a:defRPr>
            </a:lvl4pPr>
            <a:lvl5pPr algn="l">
              <a:buNone/>
              <a:defRPr sz="1200" b="0">
                <a:solidFill>
                  <a:srgbClr val="0F766E"/>
                </a:solidFill>
                <a:latin typeface="Segoe UI"/>
                <a:ea typeface="Segoe UI"/>
                <a:cs typeface="Segoe UI"/>
              </a:defRPr>
            </a:lvl5pPr>
            <a:lvl6pPr algn="l">
              <a:buNone/>
              <a:defRPr sz="1200" b="0">
                <a:solidFill>
                  <a:srgbClr val="0F766E"/>
                </a:solidFill>
                <a:latin typeface="Segoe UI"/>
                <a:ea typeface="Segoe UI"/>
                <a:cs typeface="Segoe UI"/>
              </a:defRPr>
            </a:lvl6pPr>
            <a:lvl7pPr algn="l">
              <a:buNone/>
              <a:defRPr sz="1200" b="0">
                <a:solidFill>
                  <a:srgbClr val="0F766E"/>
                </a:solidFill>
                <a:latin typeface="Segoe UI"/>
                <a:ea typeface="Segoe UI"/>
                <a:cs typeface="Segoe UI"/>
              </a:defRPr>
            </a:lvl7pPr>
            <a:lvl8pPr algn="l">
              <a:buNone/>
              <a:defRPr sz="1200" b="0">
                <a:solidFill>
                  <a:srgbClr val="0F766E"/>
                </a:solidFill>
                <a:latin typeface="Segoe UI"/>
                <a:ea typeface="Segoe UI"/>
                <a:cs typeface="Segoe UI"/>
              </a:defRPr>
            </a:lvl8pPr>
            <a:lvl9pPr algn="l">
              <a:buNone/>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3" name="">
            <a:extLst xmlns:a="http://schemas.openxmlformats.org/drawingml/2006/main">
              <a:ext uri="{FF2B5EF4-FFF2-40B4-BE49-F238E27FC236}">
                <a16:creationId xmlns:a16="http://schemas.microsoft.com/office/drawing/2014/main" id="{4C39F60D-7BB6-421B-B602-C4ADD544400B}"/>
              </a:ext>
            </a:extLst>
          </p:cNvPr>
          <p:cNvSpPr>
            <a:spLocks xmlns:a="http://schemas.openxmlformats.org/drawingml/2006/main" noGrp="1"/>
          </p:cNvSpPr>
          <p:nvPr/>
        </p:nvSpPr>
        <p:spPr>
          <a:xfrm xmlns:a="http://schemas.openxmlformats.org/drawingml/2006/main">
            <a:off x="3000375" y="417195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0F766E"/>
                </a:solidFill>
                <a:latin typeface="Segoe UI"/>
                <a:ea typeface="Segoe UI"/>
                <a:cs typeface="Segoe UI"/>
              </a:defRPr>
            </a:defPPr>
            <a:lvl1pPr algn="l">
              <a:buNone/>
              <a:defRPr sz="1200" b="0">
                <a:solidFill>
                  <a:srgbClr val="0F766E"/>
                </a:solidFill>
                <a:latin typeface="Segoe UI"/>
                <a:ea typeface="Segoe UI"/>
                <a:cs typeface="Segoe UI"/>
              </a:defRPr>
            </a:lvl1pPr>
            <a:lvl2pPr algn="l">
              <a:buNone/>
              <a:defRPr sz="1200" b="0">
                <a:solidFill>
                  <a:srgbClr val="0F766E"/>
                </a:solidFill>
                <a:latin typeface="Segoe UI"/>
                <a:ea typeface="Segoe UI"/>
                <a:cs typeface="Segoe UI"/>
              </a:defRPr>
            </a:lvl2pPr>
            <a:lvl3pPr algn="l">
              <a:buNone/>
              <a:defRPr sz="1200" b="0">
                <a:solidFill>
                  <a:srgbClr val="0F766E"/>
                </a:solidFill>
                <a:latin typeface="Segoe UI"/>
                <a:ea typeface="Segoe UI"/>
                <a:cs typeface="Segoe UI"/>
              </a:defRPr>
            </a:lvl3pPr>
            <a:lvl4pPr algn="l">
              <a:buNone/>
              <a:defRPr sz="1200" b="0">
                <a:solidFill>
                  <a:srgbClr val="0F766E"/>
                </a:solidFill>
                <a:latin typeface="Segoe UI"/>
                <a:ea typeface="Segoe UI"/>
                <a:cs typeface="Segoe UI"/>
              </a:defRPr>
            </a:lvl4pPr>
            <a:lvl5pPr algn="l">
              <a:buNone/>
              <a:defRPr sz="1200" b="0">
                <a:solidFill>
                  <a:srgbClr val="0F766E"/>
                </a:solidFill>
                <a:latin typeface="Segoe UI"/>
                <a:ea typeface="Segoe UI"/>
                <a:cs typeface="Segoe UI"/>
              </a:defRPr>
            </a:lvl5pPr>
            <a:lvl6pPr algn="l">
              <a:buNone/>
              <a:defRPr sz="1200" b="0">
                <a:solidFill>
                  <a:srgbClr val="0F766E"/>
                </a:solidFill>
                <a:latin typeface="Segoe UI"/>
                <a:ea typeface="Segoe UI"/>
                <a:cs typeface="Segoe UI"/>
              </a:defRPr>
            </a:lvl6pPr>
            <a:lvl7pPr algn="l">
              <a:buNone/>
              <a:defRPr sz="1200" b="0">
                <a:solidFill>
                  <a:srgbClr val="0F766E"/>
                </a:solidFill>
                <a:latin typeface="Segoe UI"/>
                <a:ea typeface="Segoe UI"/>
                <a:cs typeface="Segoe UI"/>
              </a:defRPr>
            </a:lvl7pPr>
            <a:lvl8pPr algn="l">
              <a:buNone/>
              <a:defRPr sz="1200" b="0">
                <a:solidFill>
                  <a:srgbClr val="0F766E"/>
                </a:solidFill>
                <a:latin typeface="Segoe UI"/>
                <a:ea typeface="Segoe UI"/>
                <a:cs typeface="Segoe UI"/>
              </a:defRPr>
            </a:lvl8pPr>
            <a:lvl9pPr algn="l">
              <a:buNone/>
              <a:defRPr sz="1200" b="0">
                <a:solidFill>
                  <a:srgbClr val="0F766E"/>
                </a:solidFill>
                <a:latin typeface="Segoe UI"/>
                <a:ea typeface="Segoe UI"/>
                <a:cs typeface="Segoe UI"/>
              </a:defRPr>
            </a:lvl9pPr>
          </a:lstStyle>
          <a:p xmlns:a="http://schemas.openxmlformats.org/drawingml/2006/main">
            <a:pPr algn="l">
              <a:lnSpc>
                <a:spcPct val="108000"/>
              </a:lnSpc>
              <a:buNone/>
              <a:defRPr sz="1200" b="0">
                <a:solidFill>
                  <a:srgbClr val="0F766E"/>
                </a:solidFill>
                <a:latin typeface="Segoe UI"/>
                <a:ea typeface="Segoe UI"/>
                <a:cs typeface="Segoe UI"/>
              </a:defRPr>
            </a:pPr>
            <a:r>
              <a:rPr sz="1200" b="0">
                <a:solidFill>
                  <a:srgbClr val="0F766E"/>
                </a:solidFill>
                <a:latin typeface="Segoe UI"/>
                <a:ea typeface="Segoe UI"/>
                <a:cs typeface="Segoe UI"/>
              </a:rPr>
              <a:t>HTTP API</a:t>
            </a:r>
          </a:p>
        </p:txBody>
      </p:sp>
      <p:sp>
        <p:nvSpPr>
          <p:cNvPr id="24" name="">
            <a:extLst xmlns:a="http://schemas.openxmlformats.org/drawingml/2006/main">
              <a:ext uri="{FF2B5EF4-FFF2-40B4-BE49-F238E27FC236}">
                <a16:creationId xmlns:a16="http://schemas.microsoft.com/office/drawing/2014/main" id="{4C224A35-E5AB-47C4-A36C-EB7CFE0190C3}"/>
              </a:ext>
            </a:extLst>
          </p:cNvPr>
          <p:cNvSpPr>
            <a:spLocks xmlns:a="http://schemas.openxmlformats.org/drawingml/2006/main" noGrp="1"/>
          </p:cNvSpPr>
          <p:nvPr/>
        </p:nvSpPr>
        <p:spPr>
          <a:xfrm xmlns:a="http://schemas.openxmlformats.org/drawingml/2006/main">
            <a:off x="695325" y="5172075"/>
            <a:ext cx="10715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6660"/>
                </a:solidFill>
                <a:latin typeface="Segoe UI"/>
                <a:ea typeface="Segoe UI"/>
                <a:cs typeface="Segoe UI"/>
              </a:defRPr>
            </a:defPPr>
            <a:lvl1pPr algn="l">
              <a:buNone/>
              <a:defRPr sz="1800" b="0">
                <a:solidFill>
                  <a:srgbClr val="526660"/>
                </a:solidFill>
                <a:latin typeface="Segoe UI"/>
                <a:ea typeface="Segoe UI"/>
                <a:cs typeface="Segoe UI"/>
              </a:defRPr>
            </a:lvl1pPr>
            <a:lvl2pPr algn="l">
              <a:buNone/>
              <a:defRPr sz="1800" b="0">
                <a:solidFill>
                  <a:srgbClr val="526660"/>
                </a:solidFill>
                <a:latin typeface="Segoe UI"/>
                <a:ea typeface="Segoe UI"/>
                <a:cs typeface="Segoe UI"/>
              </a:defRPr>
            </a:lvl2pPr>
            <a:lvl3pPr algn="l">
              <a:buNone/>
              <a:defRPr sz="1800" b="0">
                <a:solidFill>
                  <a:srgbClr val="526660"/>
                </a:solidFill>
                <a:latin typeface="Segoe UI"/>
                <a:ea typeface="Segoe UI"/>
                <a:cs typeface="Segoe UI"/>
              </a:defRPr>
            </a:lvl3pPr>
            <a:lvl4pPr algn="l">
              <a:buNone/>
              <a:defRPr sz="1800" b="0">
                <a:solidFill>
                  <a:srgbClr val="526660"/>
                </a:solidFill>
                <a:latin typeface="Segoe UI"/>
                <a:ea typeface="Segoe UI"/>
                <a:cs typeface="Segoe UI"/>
              </a:defRPr>
            </a:lvl4pPr>
            <a:lvl5pPr algn="l">
              <a:buNone/>
              <a:defRPr sz="1800" b="0">
                <a:solidFill>
                  <a:srgbClr val="526660"/>
                </a:solidFill>
                <a:latin typeface="Segoe UI"/>
                <a:ea typeface="Segoe UI"/>
                <a:cs typeface="Segoe UI"/>
              </a:defRPr>
            </a:lvl5pPr>
            <a:lvl6pPr algn="l">
              <a:buNone/>
              <a:defRPr sz="1800" b="0">
                <a:solidFill>
                  <a:srgbClr val="526660"/>
                </a:solidFill>
                <a:latin typeface="Segoe UI"/>
                <a:ea typeface="Segoe UI"/>
                <a:cs typeface="Segoe UI"/>
              </a:defRPr>
            </a:lvl6pPr>
            <a:lvl7pPr algn="l">
              <a:buNone/>
              <a:defRPr sz="1800" b="0">
                <a:solidFill>
                  <a:srgbClr val="526660"/>
                </a:solidFill>
                <a:latin typeface="Segoe UI"/>
                <a:ea typeface="Segoe UI"/>
                <a:cs typeface="Segoe UI"/>
              </a:defRPr>
            </a:lvl7pPr>
            <a:lvl8pPr algn="l">
              <a:buNone/>
              <a:defRPr sz="1800" b="0">
                <a:solidFill>
                  <a:srgbClr val="526660"/>
                </a:solidFill>
                <a:latin typeface="Segoe UI"/>
                <a:ea typeface="Segoe UI"/>
                <a:cs typeface="Segoe UI"/>
              </a:defRPr>
            </a:lvl8pPr>
            <a:lvl9pPr algn="l">
              <a:buNone/>
              <a:defRPr sz="1800" b="0">
                <a:solidFill>
                  <a:srgbClr val="526660"/>
                </a:solidFill>
                <a:latin typeface="Segoe UI"/>
                <a:ea typeface="Segoe UI"/>
                <a:cs typeface="Segoe UI"/>
              </a:defRPr>
            </a:lvl9pPr>
          </a:lstStyle>
          <a:p xmlns:a="http://schemas.openxmlformats.org/drawingml/2006/main">
            <a:pPr algn="l">
              <a:lnSpc>
                <a:spcPct val="108000"/>
              </a:lnSpc>
              <a:buNone/>
              <a:defRPr sz="1800" b="0">
                <a:solidFill>
                  <a:srgbClr val="526660"/>
                </a:solidFill>
                <a:latin typeface="Segoe UI"/>
                <a:ea typeface="Segoe UI"/>
                <a:cs typeface="Segoe UI"/>
              </a:defRPr>
            </a:pPr>
            <a:r>
              <a:rPr sz="1800" b="0">
                <a:solidFill>
                  <a:srgbClr val="526660"/>
                </a:solidFill>
                <a:latin typeface="Segoe UI"/>
                <a:ea typeface="Segoe UI"/>
                <a:cs typeface="Segoe UI"/>
              </a:rPr>
              <a:t>Redis hỗ trợ trạng thái tạm; Kafka vận chuyển sự kiện giữa các dịch vụ.</a:t>
            </a:r>
          </a:p>
        </p:txBody>
      </p:sp>
    </p:spTree>
    <p:extLst>
      <p:ext uri="{BB962C8B-B14F-4D97-AF65-F5344CB8AC3E}">
        <p14:creationId xmlns:p14="http://schemas.microsoft.com/office/powerpoint/2010/main" val="1478300668"/>
      </p:ext>
    </p:extLst>
  </p:cSld>
</p:sld>
</file>

<file path=ppt/slides/slide6.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7A820E9-ECE2-4445-8862-7C693F94738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THIẾT KẾ DỮ LIỆU</a:t>
            </a:r>
          </a:p>
        </p:txBody>
      </p:sp>
      <p:sp>
        <p:nvSpPr>
          <p:cNvPr id="2" name="">
            <a:extLst xmlns:a="http://schemas.openxmlformats.org/drawingml/2006/main">
              <a:ext uri="{FF2B5EF4-FFF2-40B4-BE49-F238E27FC236}">
                <a16:creationId xmlns:a16="http://schemas.microsoft.com/office/drawing/2014/main" id="{E4684101-26BF-45DB-9150-D62721D40530}"/>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Các quan hệ dữ liệu chính</a:t>
            </a:r>
          </a:p>
        </p:txBody>
      </p:sp>
      <p:sp>
        <p:nvSpPr>
          <p:cNvPr id="3" name="">
            <a:extLst xmlns:a="http://schemas.openxmlformats.org/drawingml/2006/main">
              <a:ext uri="{FF2B5EF4-FFF2-40B4-BE49-F238E27FC236}">
                <a16:creationId xmlns:a16="http://schemas.microsoft.com/office/drawing/2014/main" id="{0E24433B-4882-42B9-8E22-74F21206583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4AF389CC-2604-4A26-8CA6-14277126C670}"/>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FEDA16A-45BA-4CE6-A1F8-FFE8BF7BFC1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06</a:t>
            </a:r>
          </a:p>
        </p:txBody>
      </p:sp>
      <p:sp>
        <p:nvSpPr>
          <p:cNvPr id="6" name="">
            <a:extLst xmlns:a="http://schemas.openxmlformats.org/drawingml/2006/main">
              <a:ext uri="{FF2B5EF4-FFF2-40B4-BE49-F238E27FC236}">
                <a16:creationId xmlns:a16="http://schemas.microsoft.com/office/drawing/2014/main" id="{03C4BBFD-45B3-4F40-B57E-6CD83D974414}"/>
              </a:ext>
            </a:extLst>
          </p:cNvPr>
          <p:cNvSpPr>
            <a:spLocks xmlns:a="http://schemas.openxmlformats.org/drawingml/2006/main" noGrp="1"/>
          </p:cNvSpPr>
          <p:nvPr/>
        </p:nvSpPr>
        <p:spPr>
          <a:xfrm xmlns:a="http://schemas.openxmlformats.org/drawingml/2006/main">
            <a:off x="895350" y="2295525"/>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3866BB51-1C58-4ABC-9DA4-120EF546B5D9}"/>
              </a:ext>
            </a:extLst>
          </p:cNvPr>
          <p:cNvSpPr>
            <a:spLocks xmlns:a="http://schemas.openxmlformats.org/drawingml/2006/main" noGrp="1"/>
          </p:cNvSpPr>
          <p:nvPr/>
        </p:nvSpPr>
        <p:spPr>
          <a:xfrm xmlns:a="http://schemas.openxmlformats.org/drawingml/2006/main">
            <a:off x="102870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a:t>
            </a:r>
          </a:p>
        </p:txBody>
      </p:sp>
      <p:sp>
        <p:nvSpPr>
          <p:cNvPr id="8" name="">
            <a:extLst xmlns:a="http://schemas.openxmlformats.org/drawingml/2006/main">
              <a:ext uri="{FF2B5EF4-FFF2-40B4-BE49-F238E27FC236}">
                <a16:creationId xmlns:a16="http://schemas.microsoft.com/office/drawing/2014/main" id="{FA5AA2FC-9BC9-4B59-8903-EF9DBAB32F37}"/>
              </a:ext>
            </a:extLst>
          </p:cNvPr>
          <p:cNvSpPr>
            <a:spLocks xmlns:a="http://schemas.openxmlformats.org/drawingml/2006/main" noGrp="1"/>
          </p:cNvSpPr>
          <p:nvPr/>
        </p:nvSpPr>
        <p:spPr>
          <a:xfrm xmlns:a="http://schemas.openxmlformats.org/drawingml/2006/main">
            <a:off x="3476625"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9" name="">
            <a:extLst xmlns:a="http://schemas.openxmlformats.org/drawingml/2006/main">
              <a:ext uri="{FF2B5EF4-FFF2-40B4-BE49-F238E27FC236}">
                <a16:creationId xmlns:a16="http://schemas.microsoft.com/office/drawing/2014/main" id="{B93C0034-83EE-4F79-9F7C-46B3F5303611}"/>
              </a:ext>
            </a:extLst>
          </p:cNvPr>
          <p:cNvSpPr>
            <a:spLocks xmlns:a="http://schemas.openxmlformats.org/drawingml/2006/main" noGrp="1"/>
          </p:cNvSpPr>
          <p:nvPr/>
        </p:nvSpPr>
        <p:spPr>
          <a:xfrm xmlns:a="http://schemas.openxmlformats.org/drawingml/2006/main">
            <a:off x="3609975"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Edition</a:t>
            </a:r>
          </a:p>
        </p:txBody>
      </p:sp>
      <p:sp>
        <p:nvSpPr>
          <p:cNvPr id="10" name="">
            <a:extLst xmlns:a="http://schemas.openxmlformats.org/drawingml/2006/main">
              <a:ext uri="{FF2B5EF4-FFF2-40B4-BE49-F238E27FC236}">
                <a16:creationId xmlns:a16="http://schemas.microsoft.com/office/drawing/2014/main" id="{0DE8CE8A-10E3-451F-A8B7-7184772DEB66}"/>
              </a:ext>
            </a:extLst>
          </p:cNvPr>
          <p:cNvSpPr>
            <a:spLocks xmlns:a="http://schemas.openxmlformats.org/drawingml/2006/main" noGrp="1"/>
          </p:cNvSpPr>
          <p:nvPr/>
        </p:nvSpPr>
        <p:spPr>
          <a:xfrm xmlns:a="http://schemas.openxmlformats.org/drawingml/2006/main">
            <a:off x="6057900" y="2295525"/>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9DACEAD8-AA5B-451A-A540-A918A99C2493}"/>
              </a:ext>
            </a:extLst>
          </p:cNvPr>
          <p:cNvSpPr>
            <a:spLocks xmlns:a="http://schemas.openxmlformats.org/drawingml/2006/main" noGrp="1"/>
          </p:cNvSpPr>
          <p:nvPr/>
        </p:nvSpPr>
        <p:spPr>
          <a:xfrm xmlns:a="http://schemas.openxmlformats.org/drawingml/2006/main">
            <a:off x="6191250" y="24384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BookCopy</a:t>
            </a:r>
          </a:p>
        </p:txBody>
      </p:sp>
      <p:sp>
        <p:nvSpPr>
          <p:cNvPr id="12" name="">
            <a:extLst xmlns:a="http://schemas.openxmlformats.org/drawingml/2006/main">
              <a:ext uri="{FF2B5EF4-FFF2-40B4-BE49-F238E27FC236}">
                <a16:creationId xmlns:a16="http://schemas.microsoft.com/office/drawing/2014/main" id="{E3785897-BC48-47A9-839A-21F3D66F7091}"/>
              </a:ext>
            </a:extLst>
          </p:cNvPr>
          <p:cNvSpPr>
            <a:spLocks xmlns:a="http://schemas.openxmlformats.org/drawingml/2006/main" noGrp="1"/>
          </p:cNvSpPr>
          <p:nvPr/>
        </p:nvSpPr>
        <p:spPr>
          <a:xfrm xmlns:a="http://schemas.openxmlformats.org/drawingml/2006/main">
            <a:off x="2781300"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CE303933-69EB-4746-B85A-23F2CFBCDE40}"/>
              </a:ext>
            </a:extLst>
          </p:cNvPr>
          <p:cNvSpPr>
            <a:spLocks xmlns:a="http://schemas.openxmlformats.org/drawingml/2006/main" noGrp="1"/>
          </p:cNvSpPr>
          <p:nvPr/>
        </p:nvSpPr>
        <p:spPr>
          <a:xfrm xmlns:a="http://schemas.openxmlformats.org/drawingml/2006/main">
            <a:off x="5362575" y="2638425"/>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4" name="">
            <a:extLst xmlns:a="http://schemas.openxmlformats.org/drawingml/2006/main">
              <a:ext uri="{FF2B5EF4-FFF2-40B4-BE49-F238E27FC236}">
                <a16:creationId xmlns:a16="http://schemas.microsoft.com/office/drawing/2014/main" id="{D267FE6C-5A76-4A5C-BFE5-32E6E54A3B41}"/>
              </a:ext>
            </a:extLst>
          </p:cNvPr>
          <p:cNvSpPr>
            <a:spLocks xmlns:a="http://schemas.openxmlformats.org/drawingml/2006/main" noGrp="1"/>
          </p:cNvSpPr>
          <p:nvPr/>
        </p:nvSpPr>
        <p:spPr>
          <a:xfrm xmlns:a="http://schemas.openxmlformats.org/drawingml/2006/main">
            <a:off x="895350" y="4057650"/>
            <a:ext cx="18859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15" name="">
            <a:extLst xmlns:a="http://schemas.openxmlformats.org/drawingml/2006/main">
              <a:ext uri="{FF2B5EF4-FFF2-40B4-BE49-F238E27FC236}">
                <a16:creationId xmlns:a16="http://schemas.microsoft.com/office/drawing/2014/main" id="{5D4D6EC5-94A3-4C60-8668-850794A3DC46}"/>
              </a:ext>
            </a:extLst>
          </p:cNvPr>
          <p:cNvSpPr>
            <a:spLocks xmlns:a="http://schemas.openxmlformats.org/drawingml/2006/main" noGrp="1"/>
          </p:cNvSpPr>
          <p:nvPr/>
        </p:nvSpPr>
        <p:spPr>
          <a:xfrm xmlns:a="http://schemas.openxmlformats.org/drawingml/2006/main">
            <a:off x="102870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Reader</a:t>
            </a:r>
          </a:p>
        </p:txBody>
      </p:sp>
      <p:sp>
        <p:nvSpPr>
          <p:cNvPr id="16" name="">
            <a:extLst xmlns:a="http://schemas.openxmlformats.org/drawingml/2006/main">
              <a:ext uri="{FF2B5EF4-FFF2-40B4-BE49-F238E27FC236}">
                <a16:creationId xmlns:a16="http://schemas.microsoft.com/office/drawing/2014/main" id="{0E867A23-EB57-4AC1-BCDF-D80864C69C08}"/>
              </a:ext>
            </a:extLst>
          </p:cNvPr>
          <p:cNvSpPr>
            <a:spLocks xmlns:a="http://schemas.openxmlformats.org/drawingml/2006/main" noGrp="1"/>
          </p:cNvSpPr>
          <p:nvPr/>
        </p:nvSpPr>
        <p:spPr>
          <a:xfrm xmlns:a="http://schemas.openxmlformats.org/drawingml/2006/main">
            <a:off x="3476625"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7" name="">
            <a:extLst xmlns:a="http://schemas.openxmlformats.org/drawingml/2006/main">
              <a:ext uri="{FF2B5EF4-FFF2-40B4-BE49-F238E27FC236}">
                <a16:creationId xmlns:a16="http://schemas.microsoft.com/office/drawing/2014/main" id="{92EE4568-7D23-44F1-AFE6-C1C7627AF453}"/>
              </a:ext>
            </a:extLst>
          </p:cNvPr>
          <p:cNvSpPr>
            <a:spLocks xmlns:a="http://schemas.openxmlformats.org/drawingml/2006/main" noGrp="1"/>
          </p:cNvSpPr>
          <p:nvPr/>
        </p:nvSpPr>
        <p:spPr>
          <a:xfrm xmlns:a="http://schemas.openxmlformats.org/drawingml/2006/main">
            <a:off x="3609975"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Loan</a:t>
            </a:r>
          </a:p>
        </p:txBody>
      </p:sp>
      <p:sp>
        <p:nvSpPr>
          <p:cNvPr id="18" name="">
            <a:extLst xmlns:a="http://schemas.openxmlformats.org/drawingml/2006/main">
              <a:ext uri="{FF2B5EF4-FFF2-40B4-BE49-F238E27FC236}">
                <a16:creationId xmlns:a16="http://schemas.microsoft.com/office/drawing/2014/main" id="{E28D0605-83E7-45A8-9B27-6BD9D921B218}"/>
              </a:ext>
            </a:extLst>
          </p:cNvPr>
          <p:cNvSpPr>
            <a:spLocks xmlns:a="http://schemas.openxmlformats.org/drawingml/2006/main" noGrp="1"/>
          </p:cNvSpPr>
          <p:nvPr/>
        </p:nvSpPr>
        <p:spPr>
          <a:xfrm xmlns:a="http://schemas.openxmlformats.org/drawingml/2006/main">
            <a:off x="6057900" y="4057650"/>
            <a:ext cx="18859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9" name="">
            <a:extLst xmlns:a="http://schemas.openxmlformats.org/drawingml/2006/main">
              <a:ext uri="{FF2B5EF4-FFF2-40B4-BE49-F238E27FC236}">
                <a16:creationId xmlns:a16="http://schemas.microsoft.com/office/drawing/2014/main" id="{9D3AED3F-B304-4349-A032-2AEBE908143E}"/>
              </a:ext>
            </a:extLst>
          </p:cNvPr>
          <p:cNvSpPr>
            <a:spLocks xmlns:a="http://schemas.openxmlformats.org/drawingml/2006/main" noGrp="1"/>
          </p:cNvSpPr>
          <p:nvPr/>
        </p:nvSpPr>
        <p:spPr>
          <a:xfrm xmlns:a="http://schemas.openxmlformats.org/drawingml/2006/main">
            <a:off x="6191250" y="4200525"/>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17211F"/>
                </a:solidFill>
                <a:latin typeface="Segoe UI"/>
                <a:ea typeface="Segoe UI"/>
                <a:cs typeface="Segoe UI"/>
              </a:defRPr>
            </a:defPPr>
            <a:lvl1pPr algn="ctr">
              <a:buNone/>
              <a:defRPr sz="1875" b="1">
                <a:solidFill>
                  <a:srgbClr val="17211F"/>
                </a:solidFill>
                <a:latin typeface="Segoe UI"/>
                <a:ea typeface="Segoe UI"/>
                <a:cs typeface="Segoe UI"/>
              </a:defRPr>
            </a:lvl1pPr>
            <a:lvl2pPr algn="ctr">
              <a:buNone/>
              <a:defRPr sz="1875" b="1">
                <a:solidFill>
                  <a:srgbClr val="17211F"/>
                </a:solidFill>
                <a:latin typeface="Segoe UI"/>
                <a:ea typeface="Segoe UI"/>
                <a:cs typeface="Segoe UI"/>
              </a:defRPr>
            </a:lvl2pPr>
            <a:lvl3pPr algn="ctr">
              <a:buNone/>
              <a:defRPr sz="1875" b="1">
                <a:solidFill>
                  <a:srgbClr val="17211F"/>
                </a:solidFill>
                <a:latin typeface="Segoe UI"/>
                <a:ea typeface="Segoe UI"/>
                <a:cs typeface="Segoe UI"/>
              </a:defRPr>
            </a:lvl3pPr>
            <a:lvl4pPr algn="ctr">
              <a:buNone/>
              <a:defRPr sz="1875" b="1">
                <a:solidFill>
                  <a:srgbClr val="17211F"/>
                </a:solidFill>
                <a:latin typeface="Segoe UI"/>
                <a:ea typeface="Segoe UI"/>
                <a:cs typeface="Segoe UI"/>
              </a:defRPr>
            </a:lvl4pPr>
            <a:lvl5pPr algn="ctr">
              <a:buNone/>
              <a:defRPr sz="1875" b="1">
                <a:solidFill>
                  <a:srgbClr val="17211F"/>
                </a:solidFill>
                <a:latin typeface="Segoe UI"/>
                <a:ea typeface="Segoe UI"/>
                <a:cs typeface="Segoe UI"/>
              </a:defRPr>
            </a:lvl5pPr>
            <a:lvl6pPr algn="ctr">
              <a:buNone/>
              <a:defRPr sz="1875" b="1">
                <a:solidFill>
                  <a:srgbClr val="17211F"/>
                </a:solidFill>
                <a:latin typeface="Segoe UI"/>
                <a:ea typeface="Segoe UI"/>
                <a:cs typeface="Segoe UI"/>
              </a:defRPr>
            </a:lvl6pPr>
            <a:lvl7pPr algn="ctr">
              <a:buNone/>
              <a:defRPr sz="1875" b="1">
                <a:solidFill>
                  <a:srgbClr val="17211F"/>
                </a:solidFill>
                <a:latin typeface="Segoe UI"/>
                <a:ea typeface="Segoe UI"/>
                <a:cs typeface="Segoe UI"/>
              </a:defRPr>
            </a:lvl7pPr>
            <a:lvl8pPr algn="ctr">
              <a:buNone/>
              <a:defRPr sz="1875" b="1">
                <a:solidFill>
                  <a:srgbClr val="17211F"/>
                </a:solidFill>
                <a:latin typeface="Segoe UI"/>
                <a:ea typeface="Segoe UI"/>
                <a:cs typeface="Segoe UI"/>
              </a:defRPr>
            </a:lvl8pPr>
            <a:lvl9pPr algn="ctr">
              <a:buNone/>
              <a:defRPr sz="1875" b="1">
                <a:solidFill>
                  <a:srgbClr val="17211F"/>
                </a:solidFill>
                <a:latin typeface="Segoe UI"/>
                <a:ea typeface="Segoe UI"/>
                <a:cs typeface="Segoe UI"/>
              </a:defRPr>
            </a:lvl9pPr>
          </a:lstStyle>
          <a:p xmlns:a="http://schemas.openxmlformats.org/drawingml/2006/main">
            <a:pPr algn="ctr">
              <a:lnSpc>
                <a:spcPct val="108000"/>
              </a:lnSpc>
              <a:buNone/>
              <a:defRPr sz="1875" b="1">
                <a:solidFill>
                  <a:srgbClr val="17211F"/>
                </a:solidFill>
                <a:latin typeface="Segoe UI"/>
                <a:ea typeface="Segoe UI"/>
                <a:cs typeface="Segoe UI"/>
              </a:defRPr>
            </a:pPr>
            <a:r>
              <a:rPr sz="1875" b="1">
                <a:solidFill>
                  <a:srgbClr val="17211F"/>
                </a:solidFill>
                <a:latin typeface="Segoe UI"/>
                <a:ea typeface="Segoe UI"/>
                <a:cs typeface="Segoe UI"/>
              </a:rPr>
              <a:t>Hold</a:t>
            </a:r>
          </a:p>
        </p:txBody>
      </p:sp>
      <p:sp>
        <p:nvSpPr>
          <p:cNvPr id="20" name="">
            <a:extLst xmlns:a="http://schemas.openxmlformats.org/drawingml/2006/main">
              <a:ext uri="{FF2B5EF4-FFF2-40B4-BE49-F238E27FC236}">
                <a16:creationId xmlns:a16="http://schemas.microsoft.com/office/drawing/2014/main" id="{A0BFAD92-A8A8-492A-918C-4C280DD2CB40}"/>
              </a:ext>
            </a:extLst>
          </p:cNvPr>
          <p:cNvSpPr>
            <a:spLocks xmlns:a="http://schemas.openxmlformats.org/drawingml/2006/main" noGrp="1"/>
          </p:cNvSpPr>
          <p:nvPr/>
        </p:nvSpPr>
        <p:spPr>
          <a:xfrm xmlns:a="http://schemas.openxmlformats.org/drawingml/2006/main">
            <a:off x="2781300" y="4400550"/>
            <a:ext cx="6953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21" name="">
            <a:extLst xmlns:a="http://schemas.openxmlformats.org/drawingml/2006/main">
              <a:ext uri="{FF2B5EF4-FFF2-40B4-BE49-F238E27FC236}">
                <a16:creationId xmlns:a16="http://schemas.microsoft.com/office/drawing/2014/main" id="{B5579870-CCCA-4192-83D4-13C8CBD4B263}"/>
              </a:ext>
            </a:extLst>
          </p:cNvPr>
          <p:cNvSpPr>
            <a:spLocks xmlns:a="http://schemas.openxmlformats.org/drawingml/2006/main" noGrp="1"/>
          </p:cNvSpPr>
          <p:nvPr/>
        </p:nvSpPr>
        <p:spPr>
          <a:xfrm xmlns:a="http://schemas.openxmlformats.org/drawingml/2006/main">
            <a:off x="8239125" y="2333625"/>
            <a:ext cx="285750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Chi nhánh và kệ xác định vị trí BookCopy; Hold gắn với Book và chi nhánh nhận.</a:t>
            </a:r>
          </a:p>
        </p:txBody>
      </p:sp>
    </p:spTree>
    <p:extLst>
      <p:ext uri="{BB962C8B-B14F-4D97-AF65-F5344CB8AC3E}">
        <p14:creationId xmlns:p14="http://schemas.microsoft.com/office/powerpoint/2010/main" val="1703875876"/>
      </p:ext>
    </p:extLst>
  </p:cSld>
</p:sld>
</file>

<file path=ppt/slides/slide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4FE94B-597A-453E-B876-32F16CE9D7B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GIAO DIỆN THẬT</a:t>
            </a:r>
          </a:p>
        </p:txBody>
      </p:sp>
      <p:sp>
        <p:nvSpPr>
          <p:cNvPr id="2" name="">
            <a:extLst xmlns:a="http://schemas.openxmlformats.org/drawingml/2006/main">
              <a:ext uri="{FF2B5EF4-FFF2-40B4-BE49-F238E27FC236}">
                <a16:creationId xmlns:a16="http://schemas.microsoft.com/office/drawing/2014/main" id="{E7E322A5-CADD-456A-82CE-CBB555E6EE1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Catalog, yêu thích và đánh giá</a:t>
            </a:r>
          </a:p>
        </p:txBody>
      </p:sp>
      <p:sp>
        <p:nvSpPr>
          <p:cNvPr id="3" name="">
            <a:extLst xmlns:a="http://schemas.openxmlformats.org/drawingml/2006/main">
              <a:ext uri="{FF2B5EF4-FFF2-40B4-BE49-F238E27FC236}">
                <a16:creationId xmlns:a16="http://schemas.microsoft.com/office/drawing/2014/main" id="{35F5FE32-38DC-49D9-AAFC-F02429FC2CDA}"/>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F77FEF75-F4D8-40FC-932E-62AD61522210}"/>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8A449E88-0989-4B8E-B729-C779C13FC3B0}"/>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07</a:t>
            </a:r>
          </a:p>
        </p:txBody>
      </p:sp>
      <p:sp>
        <p:nvSpPr>
          <p:cNvPr id="6" name="">
            <a:extLst xmlns:a="http://schemas.openxmlformats.org/drawingml/2006/main">
              <a:ext uri="{FF2B5EF4-FFF2-40B4-BE49-F238E27FC236}">
                <a16:creationId xmlns:a16="http://schemas.microsoft.com/office/drawing/2014/main" id="{584B6719-77A1-4C28-8D7F-F1B534381C6D}"/>
              </a:ext>
            </a:extLst>
          </p:cNvPr>
          <p:cNvSpPr>
            <a:spLocks xmlns:a="http://schemas.openxmlformats.org/drawingml/2006/main" noGrp="1"/>
          </p:cNvSpPr>
          <p:nvPr/>
        </p:nvSpPr>
        <p:spPr>
          <a:xfrm xmlns:a="http://schemas.openxmlformats.org/drawingml/2006/main">
            <a:off x="695325" y="1752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7211F"/>
                </a:solidFill>
                <a:latin typeface="Segoe UI"/>
                <a:ea typeface="Segoe UI"/>
                <a:cs typeface="Segoe UI"/>
              </a:defRPr>
            </a:defPPr>
            <a:lvl1pPr algn="l">
              <a:buNone/>
              <a:defRPr sz="1800" b="0">
                <a:solidFill>
                  <a:srgbClr val="17211F"/>
                </a:solidFill>
                <a:latin typeface="Segoe UI"/>
                <a:ea typeface="Segoe UI"/>
                <a:cs typeface="Segoe UI"/>
              </a:defRPr>
            </a:lvl1pPr>
            <a:lvl2pPr algn="l">
              <a:buNone/>
              <a:defRPr sz="1800" b="0">
                <a:solidFill>
                  <a:srgbClr val="17211F"/>
                </a:solidFill>
                <a:latin typeface="Segoe UI"/>
                <a:ea typeface="Segoe UI"/>
                <a:cs typeface="Segoe UI"/>
              </a:defRPr>
            </a:lvl2pPr>
            <a:lvl3pPr algn="l">
              <a:buNone/>
              <a:defRPr sz="1800" b="0">
                <a:solidFill>
                  <a:srgbClr val="17211F"/>
                </a:solidFill>
                <a:latin typeface="Segoe UI"/>
                <a:ea typeface="Segoe UI"/>
                <a:cs typeface="Segoe UI"/>
              </a:defRPr>
            </a:lvl3pPr>
            <a:lvl4pPr algn="l">
              <a:buNone/>
              <a:defRPr sz="1800" b="0">
                <a:solidFill>
                  <a:srgbClr val="17211F"/>
                </a:solidFill>
                <a:latin typeface="Segoe UI"/>
                <a:ea typeface="Segoe UI"/>
                <a:cs typeface="Segoe UI"/>
              </a:defRPr>
            </a:lvl4pPr>
            <a:lvl5pPr algn="l">
              <a:buNone/>
              <a:defRPr sz="1800" b="0">
                <a:solidFill>
                  <a:srgbClr val="17211F"/>
                </a:solidFill>
                <a:latin typeface="Segoe UI"/>
                <a:ea typeface="Segoe UI"/>
                <a:cs typeface="Segoe UI"/>
              </a:defRPr>
            </a:lvl5pPr>
            <a:lvl6pPr algn="l">
              <a:buNone/>
              <a:defRPr sz="1800" b="0">
                <a:solidFill>
                  <a:srgbClr val="17211F"/>
                </a:solidFill>
                <a:latin typeface="Segoe UI"/>
                <a:ea typeface="Segoe UI"/>
                <a:cs typeface="Segoe UI"/>
              </a:defRPr>
            </a:lvl6pPr>
            <a:lvl7pPr algn="l">
              <a:buNone/>
              <a:defRPr sz="1800" b="0">
                <a:solidFill>
                  <a:srgbClr val="17211F"/>
                </a:solidFill>
                <a:latin typeface="Segoe UI"/>
                <a:ea typeface="Segoe UI"/>
                <a:cs typeface="Segoe UI"/>
              </a:defRPr>
            </a:lvl7pPr>
            <a:lvl8pPr algn="l">
              <a:buNone/>
              <a:defRPr sz="1800" b="0">
                <a:solidFill>
                  <a:srgbClr val="17211F"/>
                </a:solidFill>
                <a:latin typeface="Segoe UI"/>
                <a:ea typeface="Segoe UI"/>
                <a:cs typeface="Segoe UI"/>
              </a:defRPr>
            </a:lvl8pPr>
            <a:lvl9pPr algn="l">
              <a:buNone/>
              <a:defRPr sz="1800" b="0">
                <a:solidFill>
                  <a:srgbClr val="17211F"/>
                </a:solidFill>
                <a:latin typeface="Segoe UI"/>
                <a:ea typeface="Segoe UI"/>
                <a:cs typeface="Segoe UI"/>
              </a:defRPr>
            </a:lvl9pPr>
          </a:lstStyle>
          <a:p xmlns:a="http://schemas.openxmlformats.org/drawingml/2006/main">
            <a:pPr algn="l">
              <a:lnSpc>
                <a:spcPct val="108000"/>
              </a:lnSpc>
              <a:buNone/>
              <a:defRPr sz="1800" b="0">
                <a:solidFill>
                  <a:srgbClr val="17211F"/>
                </a:solidFill>
                <a:latin typeface="Segoe UI"/>
                <a:ea typeface="Segoe UI"/>
                <a:cs typeface="Segoe UI"/>
              </a:defRPr>
            </a:pPr>
            <a:r>
              <a:rPr sz="1800" b="0">
                <a:solidFill>
                  <a:srgbClr val="17211F"/>
                </a:solidFill>
                <a:latin typeface="Segoe UI"/>
                <a:ea typeface="Segoe UI"/>
                <a:cs typeface="Segoe UI"/>
              </a:rPr>
              <a:t>Người đọc xem chi tiết sách, lưu yêu thích và sửa đánh giá của chính mình.</a:t>
            </a:r>
          </a:p>
        </p:txBody>
      </p:sp>
      <p:pic>
        <p:nvPicPr>
          <p:cNvPr id="7" name="">
            <a:extLst xmlns:a="http://schemas.openxmlformats.org/drawingml/2006/main">
              <a:ext uri="{FF2B5EF4-FFF2-40B4-BE49-F238E27FC236}">
                <a16:creationId xmlns:a16="http://schemas.microsoft.com/office/drawing/2014/main" id="{3C5DEC6C-7C53-4562-9859-50E6B552685E}"/>
              </a:ext>
            </a:extLst>
          </p:cNvPr>
          <p:cNvPicPr>
            <a:picLocks xmlns:a="http://schemas.openxmlformats.org/drawingml/2006/main" noChangeAspect="1"/>
          </p:cNvPicPr>
          <p:nvPr/>
        </p:nvPicPr>
        <p:blipFill>
          <a:blip xmlns:r="http://schemas.openxmlformats.org/officeDocument/2006/relationships" xmlns:a="http://schemas.openxmlformats.org/drawingml/2006/main" r:embed="Rc161a40b01b143dc"/>
          <a:srcRect xmlns:a="http://schemas.openxmlformats.org/drawingml/2006/main" l="0" t="33859" r="0" b="33859"/>
          <a:stretch xmlns:a="http://schemas.openxmlformats.org/drawingml/2006/main">
            <a:fillRect l="0" t="0" r="0" b="0"/>
          </a:stretch>
        </p:blipFill>
        <p:spPr>
          <a:xfrm xmlns:a="http://schemas.openxmlformats.org/drawingml/2006/main">
            <a:off x="695325" y="2590800"/>
            <a:ext cx="10801350" cy="31908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E4D5349-3A3F-4EC8-96E9-ADD719840274}"/>
              </a:ext>
            </a:extLst>
          </p:cNvPr>
          <p:cNvSpPr>
            <a:spLocks xmlns:a="http://schemas.openxmlformats.org/drawingml/2006/main" noGrp="1"/>
          </p:cNvSpPr>
          <p:nvPr/>
        </p:nvSpPr>
        <p:spPr>
          <a:xfrm xmlns:a="http://schemas.openxmlformats.org/drawingml/2006/main">
            <a:off x="695325" y="59150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Ảnh chụp EXE/WebView2 tại 56049b9; dữ liệu trong ảnh là fixture kiểm thử.</a:t>
            </a:r>
          </a:p>
        </p:txBody>
      </p:sp>
    </p:spTree>
    <p:extLst>
      <p:ext uri="{BB962C8B-B14F-4D97-AF65-F5344CB8AC3E}">
        <p14:creationId xmlns:p14="http://schemas.microsoft.com/office/powerpoint/2010/main" val="338219347"/>
      </p:ext>
    </p:extLst>
  </p:cSld>
</p:sld>
</file>

<file path=ppt/slides/slide8.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A304AF4-9555-4E3A-8F33-70F5E30C39FE}"/>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4</a:t>
            </a:r>
          </a:p>
        </p:txBody>
      </p:sp>
      <p:sp>
        <p:nvSpPr>
          <p:cNvPr id="2" name="">
            <a:extLst xmlns:a="http://schemas.openxmlformats.org/drawingml/2006/main">
              <a:ext uri="{FF2B5EF4-FFF2-40B4-BE49-F238E27FC236}">
                <a16:creationId xmlns:a16="http://schemas.microsoft.com/office/drawing/2014/main" id="{FF21B236-62B7-425A-A44E-44F7BF623D95}"/>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Lưu thông và giữ chỗ</a:t>
            </a:r>
          </a:p>
        </p:txBody>
      </p:sp>
      <p:sp>
        <p:nvSpPr>
          <p:cNvPr id="3" name="">
            <a:extLst xmlns:a="http://schemas.openxmlformats.org/drawingml/2006/main">
              <a:ext uri="{FF2B5EF4-FFF2-40B4-BE49-F238E27FC236}">
                <a16:creationId xmlns:a16="http://schemas.microsoft.com/office/drawing/2014/main" id="{E09A648A-552D-4496-80B7-3E66EFF9D223}"/>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7285486E-C5B8-45FB-9172-8DD8F4C1189B}"/>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BAB2365F-EC21-4615-8DC4-EEC2E84BBF27}"/>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08</a:t>
            </a:r>
          </a:p>
        </p:txBody>
      </p:sp>
      <p:sp>
        <p:nvSpPr>
          <p:cNvPr id="6" name="">
            <a:extLst xmlns:a="http://schemas.openxmlformats.org/drawingml/2006/main">
              <a:ext uri="{FF2B5EF4-FFF2-40B4-BE49-F238E27FC236}">
                <a16:creationId xmlns:a16="http://schemas.microsoft.com/office/drawing/2014/main" id="{7685E531-1F03-4D77-87C1-06F5102FFD04}"/>
              </a:ext>
            </a:extLst>
          </p:cNvPr>
          <p:cNvSpPr>
            <a:spLocks xmlns:a="http://schemas.openxmlformats.org/drawingml/2006/main" noGrp="1"/>
          </p:cNvSpPr>
          <p:nvPr/>
        </p:nvSpPr>
        <p:spPr>
          <a:xfrm xmlns:a="http://schemas.openxmlformats.org/drawingml/2006/main">
            <a:off x="72390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01</a:t>
            </a:r>
          </a:p>
        </p:txBody>
      </p:sp>
      <p:sp>
        <p:nvSpPr>
          <p:cNvPr id="7" name="">
            <a:extLst xmlns:a="http://schemas.openxmlformats.org/drawingml/2006/main">
              <a:ext uri="{FF2B5EF4-FFF2-40B4-BE49-F238E27FC236}">
                <a16:creationId xmlns:a16="http://schemas.microsoft.com/office/drawing/2014/main" id="{208104A4-EFDA-4B58-B0CB-C088DC400A3C}"/>
              </a:ext>
            </a:extLst>
          </p:cNvPr>
          <p:cNvSpPr>
            <a:spLocks xmlns:a="http://schemas.openxmlformats.org/drawingml/2006/main" noGrp="1"/>
          </p:cNvSpPr>
          <p:nvPr/>
        </p:nvSpPr>
        <p:spPr>
          <a:xfrm xmlns:a="http://schemas.openxmlformats.org/drawingml/2006/main">
            <a:off x="72390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Mượn</a:t>
            </a:r>
          </a:p>
        </p:txBody>
      </p:sp>
      <p:sp>
        <p:nvSpPr>
          <p:cNvPr id="8" name="">
            <a:extLst xmlns:a="http://schemas.openxmlformats.org/drawingml/2006/main">
              <a:ext uri="{FF2B5EF4-FFF2-40B4-BE49-F238E27FC236}">
                <a16:creationId xmlns:a16="http://schemas.microsoft.com/office/drawing/2014/main" id="{667B38B3-8DE3-4A0B-A24F-86F97E3AD1D4}"/>
              </a:ext>
            </a:extLst>
          </p:cNvPr>
          <p:cNvSpPr>
            <a:spLocks xmlns:a="http://schemas.openxmlformats.org/drawingml/2006/main" noGrp="1"/>
          </p:cNvSpPr>
          <p:nvPr/>
        </p:nvSpPr>
        <p:spPr>
          <a:xfrm xmlns:a="http://schemas.openxmlformats.org/drawingml/2006/main">
            <a:off x="72390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9" name="">
            <a:extLst xmlns:a="http://schemas.openxmlformats.org/drawingml/2006/main">
              <a:ext uri="{FF2B5EF4-FFF2-40B4-BE49-F238E27FC236}">
                <a16:creationId xmlns:a16="http://schemas.microsoft.com/office/drawing/2014/main" id="{EBEDD651-0AE4-45BC-8D60-91C98DE2A4F8}"/>
              </a:ext>
            </a:extLst>
          </p:cNvPr>
          <p:cNvSpPr>
            <a:spLocks xmlns:a="http://schemas.openxmlformats.org/drawingml/2006/main" noGrp="1"/>
          </p:cNvSpPr>
          <p:nvPr/>
        </p:nvSpPr>
        <p:spPr>
          <a:xfrm xmlns:a="http://schemas.openxmlformats.org/drawingml/2006/main">
            <a:off x="72390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Kiểm tra quyền và bản sách</a:t>
            </a:r>
          </a:p>
        </p:txBody>
      </p:sp>
      <p:sp>
        <p:nvSpPr>
          <p:cNvPr id="10" name="">
            <a:extLst xmlns:a="http://schemas.openxmlformats.org/drawingml/2006/main">
              <a:ext uri="{FF2B5EF4-FFF2-40B4-BE49-F238E27FC236}">
                <a16:creationId xmlns:a16="http://schemas.microsoft.com/office/drawing/2014/main" id="{BB2F9694-D895-4E28-B9DD-D5B0267D20A4}"/>
              </a:ext>
            </a:extLst>
          </p:cNvPr>
          <p:cNvSpPr>
            <a:spLocks xmlns:a="http://schemas.openxmlformats.org/drawingml/2006/main" noGrp="1"/>
          </p:cNvSpPr>
          <p:nvPr/>
        </p:nvSpPr>
        <p:spPr>
          <a:xfrm xmlns:a="http://schemas.openxmlformats.org/drawingml/2006/main">
            <a:off x="357187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02</a:t>
            </a:r>
          </a:p>
        </p:txBody>
      </p:sp>
      <p:sp>
        <p:nvSpPr>
          <p:cNvPr id="11" name="">
            <a:extLst xmlns:a="http://schemas.openxmlformats.org/drawingml/2006/main">
              <a:ext uri="{FF2B5EF4-FFF2-40B4-BE49-F238E27FC236}">
                <a16:creationId xmlns:a16="http://schemas.microsoft.com/office/drawing/2014/main" id="{8516E342-7861-4023-82FB-C29B4E3CCEFD}"/>
              </a:ext>
            </a:extLst>
          </p:cNvPr>
          <p:cNvSpPr>
            <a:spLocks xmlns:a="http://schemas.openxmlformats.org/drawingml/2006/main" noGrp="1"/>
          </p:cNvSpPr>
          <p:nvPr/>
        </p:nvSpPr>
        <p:spPr>
          <a:xfrm xmlns:a="http://schemas.openxmlformats.org/drawingml/2006/main">
            <a:off x="357187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Trả</a:t>
            </a:r>
          </a:p>
        </p:txBody>
      </p:sp>
      <p:sp>
        <p:nvSpPr>
          <p:cNvPr id="12" name="">
            <a:extLst xmlns:a="http://schemas.openxmlformats.org/drawingml/2006/main">
              <a:ext uri="{FF2B5EF4-FFF2-40B4-BE49-F238E27FC236}">
                <a16:creationId xmlns:a16="http://schemas.microsoft.com/office/drawing/2014/main" id="{46334F1E-D00C-40AB-BF53-741F31B0EEEE}"/>
              </a:ext>
            </a:extLst>
          </p:cNvPr>
          <p:cNvSpPr>
            <a:spLocks xmlns:a="http://schemas.openxmlformats.org/drawingml/2006/main" noGrp="1"/>
          </p:cNvSpPr>
          <p:nvPr/>
        </p:nvSpPr>
        <p:spPr>
          <a:xfrm xmlns:a="http://schemas.openxmlformats.org/drawingml/2006/main">
            <a:off x="357187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3" name="">
            <a:extLst xmlns:a="http://schemas.openxmlformats.org/drawingml/2006/main">
              <a:ext uri="{FF2B5EF4-FFF2-40B4-BE49-F238E27FC236}">
                <a16:creationId xmlns:a16="http://schemas.microsoft.com/office/drawing/2014/main" id="{B3BFE96F-B01B-4ADE-91AA-876AF311D642}"/>
              </a:ext>
            </a:extLst>
          </p:cNvPr>
          <p:cNvSpPr>
            <a:spLocks xmlns:a="http://schemas.openxmlformats.org/drawingml/2006/main" noGrp="1"/>
          </p:cNvSpPr>
          <p:nvPr/>
        </p:nvSpPr>
        <p:spPr>
          <a:xfrm xmlns:a="http://schemas.openxmlformats.org/drawingml/2006/main">
            <a:off x="357187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Ghi nhận trả và trạng thái</a:t>
            </a:r>
          </a:p>
        </p:txBody>
      </p:sp>
      <p:sp>
        <p:nvSpPr>
          <p:cNvPr id="14" name="">
            <a:extLst xmlns:a="http://schemas.openxmlformats.org/drawingml/2006/main">
              <a:ext uri="{FF2B5EF4-FFF2-40B4-BE49-F238E27FC236}">
                <a16:creationId xmlns:a16="http://schemas.microsoft.com/office/drawing/2014/main" id="{67C3826E-0673-4865-8FE0-DBA5690E862D}"/>
              </a:ext>
            </a:extLst>
          </p:cNvPr>
          <p:cNvSpPr>
            <a:spLocks xmlns:a="http://schemas.openxmlformats.org/drawingml/2006/main" noGrp="1"/>
          </p:cNvSpPr>
          <p:nvPr/>
        </p:nvSpPr>
        <p:spPr>
          <a:xfrm xmlns:a="http://schemas.openxmlformats.org/drawingml/2006/main">
            <a:off x="6419850"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03</a:t>
            </a:r>
          </a:p>
        </p:txBody>
      </p:sp>
      <p:sp>
        <p:nvSpPr>
          <p:cNvPr id="15" name="">
            <a:extLst xmlns:a="http://schemas.openxmlformats.org/drawingml/2006/main">
              <a:ext uri="{FF2B5EF4-FFF2-40B4-BE49-F238E27FC236}">
                <a16:creationId xmlns:a16="http://schemas.microsoft.com/office/drawing/2014/main" id="{605BE6DE-DCE2-45BC-8902-A68E1A5E6CD3}"/>
              </a:ext>
            </a:extLst>
          </p:cNvPr>
          <p:cNvSpPr>
            <a:spLocks xmlns:a="http://schemas.openxmlformats.org/drawingml/2006/main" noGrp="1"/>
          </p:cNvSpPr>
          <p:nvPr/>
        </p:nvSpPr>
        <p:spPr>
          <a:xfrm xmlns:a="http://schemas.openxmlformats.org/drawingml/2006/main">
            <a:off x="6419850"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Gia hạn</a:t>
            </a:r>
          </a:p>
        </p:txBody>
      </p:sp>
      <p:sp>
        <p:nvSpPr>
          <p:cNvPr id="16" name="">
            <a:extLst xmlns:a="http://schemas.openxmlformats.org/drawingml/2006/main">
              <a:ext uri="{FF2B5EF4-FFF2-40B4-BE49-F238E27FC236}">
                <a16:creationId xmlns:a16="http://schemas.microsoft.com/office/drawing/2014/main" id="{BD130FAA-BDC8-4578-A5D1-1AAD29BD9EC0}"/>
              </a:ext>
            </a:extLst>
          </p:cNvPr>
          <p:cNvSpPr>
            <a:spLocks xmlns:a="http://schemas.openxmlformats.org/drawingml/2006/main" noGrp="1"/>
          </p:cNvSpPr>
          <p:nvPr/>
        </p:nvSpPr>
        <p:spPr>
          <a:xfrm xmlns:a="http://schemas.openxmlformats.org/drawingml/2006/main">
            <a:off x="6419850"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17" name="">
            <a:extLst xmlns:a="http://schemas.openxmlformats.org/drawingml/2006/main">
              <a:ext uri="{FF2B5EF4-FFF2-40B4-BE49-F238E27FC236}">
                <a16:creationId xmlns:a16="http://schemas.microsoft.com/office/drawing/2014/main" id="{632388D9-AF12-4FCA-BB52-7831C9ED7D9B}"/>
              </a:ext>
            </a:extLst>
          </p:cNvPr>
          <p:cNvSpPr>
            <a:spLocks xmlns:a="http://schemas.openxmlformats.org/drawingml/2006/main" noGrp="1"/>
          </p:cNvSpPr>
          <p:nvPr/>
        </p:nvSpPr>
        <p:spPr>
          <a:xfrm xmlns:a="http://schemas.openxmlformats.org/drawingml/2006/main">
            <a:off x="6419850"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Áp dụng chính sách và lịch sử</a:t>
            </a:r>
          </a:p>
        </p:txBody>
      </p:sp>
      <p:sp>
        <p:nvSpPr>
          <p:cNvPr id="18" name="">
            <a:extLst xmlns:a="http://schemas.openxmlformats.org/drawingml/2006/main">
              <a:ext uri="{FF2B5EF4-FFF2-40B4-BE49-F238E27FC236}">
                <a16:creationId xmlns:a16="http://schemas.microsoft.com/office/drawing/2014/main" id="{072F5BBA-04C0-4DFF-A06F-53D2242715FF}"/>
              </a:ext>
            </a:extLst>
          </p:cNvPr>
          <p:cNvSpPr>
            <a:spLocks xmlns:a="http://schemas.openxmlformats.org/drawingml/2006/main" noGrp="1"/>
          </p:cNvSpPr>
          <p:nvPr/>
        </p:nvSpPr>
        <p:spPr>
          <a:xfrm xmlns:a="http://schemas.openxmlformats.org/drawingml/2006/main">
            <a:off x="9267825" y="2095500"/>
            <a:ext cx="66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0F766E"/>
                </a:solidFill>
                <a:latin typeface="Segoe UI"/>
                <a:ea typeface="Segoe UI"/>
                <a:cs typeface="Segoe UI"/>
              </a:defRPr>
            </a:defPPr>
            <a:lvl1pPr algn="l">
              <a:buNone/>
              <a:defRPr sz="3300" b="1">
                <a:solidFill>
                  <a:srgbClr val="0F766E"/>
                </a:solidFill>
                <a:latin typeface="Segoe UI"/>
                <a:ea typeface="Segoe UI"/>
                <a:cs typeface="Segoe UI"/>
              </a:defRPr>
            </a:lvl1pPr>
            <a:lvl2pPr algn="l">
              <a:buNone/>
              <a:defRPr sz="3300" b="1">
                <a:solidFill>
                  <a:srgbClr val="0F766E"/>
                </a:solidFill>
                <a:latin typeface="Segoe UI"/>
                <a:ea typeface="Segoe UI"/>
                <a:cs typeface="Segoe UI"/>
              </a:defRPr>
            </a:lvl2pPr>
            <a:lvl3pPr algn="l">
              <a:buNone/>
              <a:defRPr sz="3300" b="1">
                <a:solidFill>
                  <a:srgbClr val="0F766E"/>
                </a:solidFill>
                <a:latin typeface="Segoe UI"/>
                <a:ea typeface="Segoe UI"/>
                <a:cs typeface="Segoe UI"/>
              </a:defRPr>
            </a:lvl3pPr>
            <a:lvl4pPr algn="l">
              <a:buNone/>
              <a:defRPr sz="3300" b="1">
                <a:solidFill>
                  <a:srgbClr val="0F766E"/>
                </a:solidFill>
                <a:latin typeface="Segoe UI"/>
                <a:ea typeface="Segoe UI"/>
                <a:cs typeface="Segoe UI"/>
              </a:defRPr>
            </a:lvl4pPr>
            <a:lvl5pPr algn="l">
              <a:buNone/>
              <a:defRPr sz="3300" b="1">
                <a:solidFill>
                  <a:srgbClr val="0F766E"/>
                </a:solidFill>
                <a:latin typeface="Segoe UI"/>
                <a:ea typeface="Segoe UI"/>
                <a:cs typeface="Segoe UI"/>
              </a:defRPr>
            </a:lvl5pPr>
            <a:lvl6pPr algn="l">
              <a:buNone/>
              <a:defRPr sz="3300" b="1">
                <a:solidFill>
                  <a:srgbClr val="0F766E"/>
                </a:solidFill>
                <a:latin typeface="Segoe UI"/>
                <a:ea typeface="Segoe UI"/>
                <a:cs typeface="Segoe UI"/>
              </a:defRPr>
            </a:lvl6pPr>
            <a:lvl7pPr algn="l">
              <a:buNone/>
              <a:defRPr sz="3300" b="1">
                <a:solidFill>
                  <a:srgbClr val="0F766E"/>
                </a:solidFill>
                <a:latin typeface="Segoe UI"/>
                <a:ea typeface="Segoe UI"/>
                <a:cs typeface="Segoe UI"/>
              </a:defRPr>
            </a:lvl7pPr>
            <a:lvl8pPr algn="l">
              <a:buNone/>
              <a:defRPr sz="3300" b="1">
                <a:solidFill>
                  <a:srgbClr val="0F766E"/>
                </a:solidFill>
                <a:latin typeface="Segoe UI"/>
                <a:ea typeface="Segoe UI"/>
                <a:cs typeface="Segoe UI"/>
              </a:defRPr>
            </a:lvl8pPr>
            <a:lvl9pPr algn="l">
              <a:buNone/>
              <a:defRPr sz="3300" b="1">
                <a:solidFill>
                  <a:srgbClr val="0F766E"/>
                </a:solidFill>
                <a:latin typeface="Segoe UI"/>
                <a:ea typeface="Segoe UI"/>
                <a:cs typeface="Segoe UI"/>
              </a:defRPr>
            </a:lvl9pPr>
          </a:lstStyle>
          <a:p xmlns:a="http://schemas.openxmlformats.org/drawingml/2006/main">
            <a:pPr algn="l">
              <a:lnSpc>
                <a:spcPct val="108000"/>
              </a:lnSpc>
              <a:buNone/>
              <a:defRPr sz="3300" b="1">
                <a:solidFill>
                  <a:srgbClr val="0F766E"/>
                </a:solidFill>
                <a:latin typeface="Segoe UI"/>
                <a:ea typeface="Segoe UI"/>
                <a:cs typeface="Segoe UI"/>
              </a:defRPr>
            </a:pPr>
            <a:r>
              <a:rPr sz="3300" b="1">
                <a:solidFill>
                  <a:srgbClr val="0F766E"/>
                </a:solidFill>
                <a:latin typeface="Segoe UI"/>
                <a:ea typeface="Segoe UI"/>
                <a:cs typeface="Segoe UI"/>
              </a:rPr>
              <a:t>04</a:t>
            </a:r>
          </a:p>
        </p:txBody>
      </p:sp>
      <p:sp>
        <p:nvSpPr>
          <p:cNvPr id="19" name="">
            <a:extLst xmlns:a="http://schemas.openxmlformats.org/drawingml/2006/main">
              <a:ext uri="{FF2B5EF4-FFF2-40B4-BE49-F238E27FC236}">
                <a16:creationId xmlns:a16="http://schemas.microsoft.com/office/drawing/2014/main" id="{C1FABDF5-9B2D-4A0D-A70C-99C1B498D257}"/>
              </a:ext>
            </a:extLst>
          </p:cNvPr>
          <p:cNvSpPr>
            <a:spLocks xmlns:a="http://schemas.openxmlformats.org/drawingml/2006/main" noGrp="1"/>
          </p:cNvSpPr>
          <p:nvPr/>
        </p:nvSpPr>
        <p:spPr>
          <a:xfrm xmlns:a="http://schemas.openxmlformats.org/drawingml/2006/main">
            <a:off x="9267825" y="2895600"/>
            <a:ext cx="247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1">
                <a:solidFill>
                  <a:srgbClr val="17211F"/>
                </a:solidFill>
                <a:latin typeface="Segoe UI"/>
                <a:ea typeface="Segoe UI"/>
                <a:cs typeface="Segoe UI"/>
              </a:defRPr>
            </a:defPPr>
            <a:lvl1pPr algn="l">
              <a:buNone/>
              <a:defRPr sz="2400" b="1">
                <a:solidFill>
                  <a:srgbClr val="17211F"/>
                </a:solidFill>
                <a:latin typeface="Segoe UI"/>
                <a:ea typeface="Segoe UI"/>
                <a:cs typeface="Segoe UI"/>
              </a:defRPr>
            </a:lvl1pPr>
            <a:lvl2pPr algn="l">
              <a:buNone/>
              <a:defRPr sz="2400" b="1">
                <a:solidFill>
                  <a:srgbClr val="17211F"/>
                </a:solidFill>
                <a:latin typeface="Segoe UI"/>
                <a:ea typeface="Segoe UI"/>
                <a:cs typeface="Segoe UI"/>
              </a:defRPr>
            </a:lvl2pPr>
            <a:lvl3pPr algn="l">
              <a:buNone/>
              <a:defRPr sz="2400" b="1">
                <a:solidFill>
                  <a:srgbClr val="17211F"/>
                </a:solidFill>
                <a:latin typeface="Segoe UI"/>
                <a:ea typeface="Segoe UI"/>
                <a:cs typeface="Segoe UI"/>
              </a:defRPr>
            </a:lvl3pPr>
            <a:lvl4pPr algn="l">
              <a:buNone/>
              <a:defRPr sz="2400" b="1">
                <a:solidFill>
                  <a:srgbClr val="17211F"/>
                </a:solidFill>
                <a:latin typeface="Segoe UI"/>
                <a:ea typeface="Segoe UI"/>
                <a:cs typeface="Segoe UI"/>
              </a:defRPr>
            </a:lvl4pPr>
            <a:lvl5pPr algn="l">
              <a:buNone/>
              <a:defRPr sz="2400" b="1">
                <a:solidFill>
                  <a:srgbClr val="17211F"/>
                </a:solidFill>
                <a:latin typeface="Segoe UI"/>
                <a:ea typeface="Segoe UI"/>
                <a:cs typeface="Segoe UI"/>
              </a:defRPr>
            </a:lvl5pPr>
            <a:lvl6pPr algn="l">
              <a:buNone/>
              <a:defRPr sz="2400" b="1">
                <a:solidFill>
                  <a:srgbClr val="17211F"/>
                </a:solidFill>
                <a:latin typeface="Segoe UI"/>
                <a:ea typeface="Segoe UI"/>
                <a:cs typeface="Segoe UI"/>
              </a:defRPr>
            </a:lvl6pPr>
            <a:lvl7pPr algn="l">
              <a:buNone/>
              <a:defRPr sz="2400" b="1">
                <a:solidFill>
                  <a:srgbClr val="17211F"/>
                </a:solidFill>
                <a:latin typeface="Segoe UI"/>
                <a:ea typeface="Segoe UI"/>
                <a:cs typeface="Segoe UI"/>
              </a:defRPr>
            </a:lvl7pPr>
            <a:lvl8pPr algn="l">
              <a:buNone/>
              <a:defRPr sz="2400" b="1">
                <a:solidFill>
                  <a:srgbClr val="17211F"/>
                </a:solidFill>
                <a:latin typeface="Segoe UI"/>
                <a:ea typeface="Segoe UI"/>
                <a:cs typeface="Segoe UI"/>
              </a:defRPr>
            </a:lvl8pPr>
            <a:lvl9pPr algn="l">
              <a:buNone/>
              <a:defRPr sz="2400" b="1">
                <a:solidFill>
                  <a:srgbClr val="17211F"/>
                </a:solidFill>
                <a:latin typeface="Segoe UI"/>
                <a:ea typeface="Segoe UI"/>
                <a:cs typeface="Segoe UI"/>
              </a:defRPr>
            </a:lvl9pPr>
          </a:lstStyle>
          <a:p xmlns:a="http://schemas.openxmlformats.org/drawingml/2006/main">
            <a:pPr algn="l">
              <a:lnSpc>
                <a:spcPct val="108000"/>
              </a:lnSpc>
              <a:buNone/>
              <a:defRPr sz="2400" b="1">
                <a:solidFill>
                  <a:srgbClr val="17211F"/>
                </a:solidFill>
                <a:latin typeface="Segoe UI"/>
                <a:ea typeface="Segoe UI"/>
                <a:cs typeface="Segoe UI"/>
              </a:defRPr>
            </a:pPr>
            <a:r>
              <a:rPr sz="2400" b="1">
                <a:solidFill>
                  <a:srgbClr val="17211F"/>
                </a:solidFill>
                <a:latin typeface="Segoe UI"/>
                <a:ea typeface="Segoe UI"/>
                <a:cs typeface="Segoe UI"/>
              </a:rPr>
              <a:t>Giữ chỗ</a:t>
            </a:r>
          </a:p>
        </p:txBody>
      </p:sp>
      <p:sp>
        <p:nvSpPr>
          <p:cNvPr id="20" name="">
            <a:extLst xmlns:a="http://schemas.openxmlformats.org/drawingml/2006/main">
              <a:ext uri="{FF2B5EF4-FFF2-40B4-BE49-F238E27FC236}">
                <a16:creationId xmlns:a16="http://schemas.microsoft.com/office/drawing/2014/main" id="{6F5C55AD-D085-45B4-B454-D0523B10D217}"/>
              </a:ext>
            </a:extLst>
          </p:cNvPr>
          <p:cNvSpPr>
            <a:spLocks xmlns:a="http://schemas.openxmlformats.org/drawingml/2006/main" noGrp="1"/>
          </p:cNvSpPr>
          <p:nvPr/>
        </p:nvSpPr>
        <p:spPr>
          <a:xfrm xmlns:a="http://schemas.openxmlformats.org/drawingml/2006/main">
            <a:off x="9267825" y="3486150"/>
            <a:ext cx="2362200" cy="0"/>
          </a:xfrm>
          <a:prstGeom xmlns:a="http://schemas.openxmlformats.org/drawingml/2006/main" prst="line">
            <a:avLst/>
          </a:prstGeom>
          <a:noFill xmlns:a="http://schemas.openxmlformats.org/drawingml/2006/main"/>
          <a:ln xmlns:a="http://schemas.openxmlformats.org/drawingml/2006/main" w="19050">
            <a:solidFill>
              <a:srgbClr val="0F766E"/>
            </a:solidFill>
            <a:prstDash val="solid"/>
          </a:ln>
        </p:spPr>
      </p:sp>
      <p:sp>
        <p:nvSpPr>
          <p:cNvPr id="21" name="">
            <a:extLst xmlns:a="http://schemas.openxmlformats.org/drawingml/2006/main">
              <a:ext uri="{FF2B5EF4-FFF2-40B4-BE49-F238E27FC236}">
                <a16:creationId xmlns:a16="http://schemas.microsoft.com/office/drawing/2014/main" id="{51CA120A-6789-47FE-B8BB-52E3899C025F}"/>
              </a:ext>
            </a:extLst>
          </p:cNvPr>
          <p:cNvSpPr>
            <a:spLocks xmlns:a="http://schemas.openxmlformats.org/drawingml/2006/main" noGrp="1"/>
          </p:cNvSpPr>
          <p:nvPr/>
        </p:nvSpPr>
        <p:spPr>
          <a:xfrm xmlns:a="http://schemas.openxmlformats.org/drawingml/2006/main">
            <a:off x="9267825" y="3714750"/>
            <a:ext cx="24765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660"/>
                </a:solidFill>
                <a:latin typeface="Segoe UI"/>
                <a:ea typeface="Segoe UI"/>
                <a:cs typeface="Segoe UI"/>
              </a:defRPr>
            </a:defPPr>
            <a:lvl1pPr algn="l">
              <a:buNone/>
              <a:defRPr sz="1650" b="0">
                <a:solidFill>
                  <a:srgbClr val="526660"/>
                </a:solidFill>
                <a:latin typeface="Segoe UI"/>
                <a:ea typeface="Segoe UI"/>
                <a:cs typeface="Segoe UI"/>
              </a:defRPr>
            </a:lvl1pPr>
            <a:lvl2pPr algn="l">
              <a:buNone/>
              <a:defRPr sz="1650" b="0">
                <a:solidFill>
                  <a:srgbClr val="526660"/>
                </a:solidFill>
                <a:latin typeface="Segoe UI"/>
                <a:ea typeface="Segoe UI"/>
                <a:cs typeface="Segoe UI"/>
              </a:defRPr>
            </a:lvl2pPr>
            <a:lvl3pPr algn="l">
              <a:buNone/>
              <a:defRPr sz="1650" b="0">
                <a:solidFill>
                  <a:srgbClr val="526660"/>
                </a:solidFill>
                <a:latin typeface="Segoe UI"/>
                <a:ea typeface="Segoe UI"/>
                <a:cs typeface="Segoe UI"/>
              </a:defRPr>
            </a:lvl3pPr>
            <a:lvl4pPr algn="l">
              <a:buNone/>
              <a:defRPr sz="1650" b="0">
                <a:solidFill>
                  <a:srgbClr val="526660"/>
                </a:solidFill>
                <a:latin typeface="Segoe UI"/>
                <a:ea typeface="Segoe UI"/>
                <a:cs typeface="Segoe UI"/>
              </a:defRPr>
            </a:lvl4pPr>
            <a:lvl5pPr algn="l">
              <a:buNone/>
              <a:defRPr sz="1650" b="0">
                <a:solidFill>
                  <a:srgbClr val="526660"/>
                </a:solidFill>
                <a:latin typeface="Segoe UI"/>
                <a:ea typeface="Segoe UI"/>
                <a:cs typeface="Segoe UI"/>
              </a:defRPr>
            </a:lvl5pPr>
            <a:lvl6pPr algn="l">
              <a:buNone/>
              <a:defRPr sz="1650" b="0">
                <a:solidFill>
                  <a:srgbClr val="526660"/>
                </a:solidFill>
                <a:latin typeface="Segoe UI"/>
                <a:ea typeface="Segoe UI"/>
                <a:cs typeface="Segoe UI"/>
              </a:defRPr>
            </a:lvl6pPr>
            <a:lvl7pPr algn="l">
              <a:buNone/>
              <a:defRPr sz="1650" b="0">
                <a:solidFill>
                  <a:srgbClr val="526660"/>
                </a:solidFill>
                <a:latin typeface="Segoe UI"/>
                <a:ea typeface="Segoe UI"/>
                <a:cs typeface="Segoe UI"/>
              </a:defRPr>
            </a:lvl7pPr>
            <a:lvl8pPr algn="l">
              <a:buNone/>
              <a:defRPr sz="1650" b="0">
                <a:solidFill>
                  <a:srgbClr val="526660"/>
                </a:solidFill>
                <a:latin typeface="Segoe UI"/>
                <a:ea typeface="Segoe UI"/>
                <a:cs typeface="Segoe UI"/>
              </a:defRPr>
            </a:lvl8pPr>
            <a:lvl9pPr algn="l">
              <a:buNone/>
              <a:defRPr sz="1650" b="0">
                <a:solidFill>
                  <a:srgbClr val="526660"/>
                </a:solidFill>
                <a:latin typeface="Segoe UI"/>
                <a:ea typeface="Segoe UI"/>
                <a:cs typeface="Segoe UI"/>
              </a:defRPr>
            </a:lvl9pPr>
          </a:lstStyle>
          <a:p xmlns:a="http://schemas.openxmlformats.org/drawingml/2006/main">
            <a:pPr algn="l">
              <a:lnSpc>
                <a:spcPct val="108000"/>
              </a:lnSpc>
              <a:buNone/>
              <a:defRPr sz="1650" b="0">
                <a:solidFill>
                  <a:srgbClr val="526660"/>
                </a:solidFill>
                <a:latin typeface="Segoe UI"/>
                <a:ea typeface="Segoe UI"/>
                <a:cs typeface="Segoe UI"/>
              </a:defRPr>
            </a:pPr>
            <a:r>
              <a:rPr sz="1650" b="0">
                <a:solidFill>
                  <a:srgbClr val="526660"/>
                </a:solidFill>
                <a:latin typeface="Segoe UI"/>
                <a:ea typeface="Segoe UI"/>
                <a:cs typeface="Segoe UI"/>
              </a:rPr>
              <a:t>Xếp yêu cầu theo Book/chi nhánh</a:t>
            </a:r>
          </a:p>
        </p:txBody>
      </p:sp>
      <p:sp>
        <p:nvSpPr>
          <p:cNvPr id="22" name="">
            <a:extLst xmlns:a="http://schemas.openxmlformats.org/drawingml/2006/main">
              <a:ext uri="{FF2B5EF4-FFF2-40B4-BE49-F238E27FC236}">
                <a16:creationId xmlns:a16="http://schemas.microsoft.com/office/drawing/2014/main" id="{4A932B53-FAF2-44E0-9248-74013FC7A4C5}"/>
              </a:ext>
            </a:extLst>
          </p:cNvPr>
          <p:cNvSpPr>
            <a:spLocks xmlns:a="http://schemas.openxmlformats.org/drawingml/2006/main" noGrp="1"/>
          </p:cNvSpPr>
          <p:nvPr/>
        </p:nvSpPr>
        <p:spPr>
          <a:xfrm xmlns:a="http://schemas.openxmlformats.org/drawingml/2006/main">
            <a:off x="714375" y="5105400"/>
            <a:ext cx="10734675" cy="590550"/>
          </a:xfrm>
          <a:prstGeom xmlns:a="http://schemas.openxmlformats.org/drawingml/2006/main" prst="roundRect">
            <a:avLst>
              <a:gd name="adj" fmla="val 16129"/>
            </a:avLst>
          </a:prstGeom>
          <a:solidFill xmlns:a="http://schemas.openxmlformats.org/drawingml/2006/main">
            <a:srgbClr val="F4F0D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3DA935-F9C8-4741-A009-36673AE56933}"/>
              </a:ext>
            </a:extLst>
          </p:cNvPr>
          <p:cNvSpPr>
            <a:spLocks xmlns:a="http://schemas.openxmlformats.org/drawingml/2006/main" noGrp="1"/>
          </p:cNvSpPr>
          <p:nvPr/>
        </p:nvSpPr>
        <p:spPr>
          <a:xfrm xmlns:a="http://schemas.openxmlformats.org/drawingml/2006/main">
            <a:off x="904875" y="5257800"/>
            <a:ext cx="103536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C403C"/>
                </a:solidFill>
                <a:latin typeface="Segoe UI"/>
                <a:ea typeface="Segoe UI"/>
                <a:cs typeface="Segoe UI"/>
              </a:defRPr>
            </a:defPPr>
            <a:lvl1pPr algn="l">
              <a:buNone/>
              <a:defRPr sz="1725" b="1">
                <a:solidFill>
                  <a:srgbClr val="0C403C"/>
                </a:solidFill>
                <a:latin typeface="Segoe UI"/>
                <a:ea typeface="Segoe UI"/>
                <a:cs typeface="Segoe UI"/>
              </a:defRPr>
            </a:lvl1pPr>
            <a:lvl2pPr algn="l">
              <a:buNone/>
              <a:defRPr sz="1725" b="1">
                <a:solidFill>
                  <a:srgbClr val="0C403C"/>
                </a:solidFill>
                <a:latin typeface="Segoe UI"/>
                <a:ea typeface="Segoe UI"/>
                <a:cs typeface="Segoe UI"/>
              </a:defRPr>
            </a:lvl2pPr>
            <a:lvl3pPr algn="l">
              <a:buNone/>
              <a:defRPr sz="1725" b="1">
                <a:solidFill>
                  <a:srgbClr val="0C403C"/>
                </a:solidFill>
                <a:latin typeface="Segoe UI"/>
                <a:ea typeface="Segoe UI"/>
                <a:cs typeface="Segoe UI"/>
              </a:defRPr>
            </a:lvl3pPr>
            <a:lvl4pPr algn="l">
              <a:buNone/>
              <a:defRPr sz="1725" b="1">
                <a:solidFill>
                  <a:srgbClr val="0C403C"/>
                </a:solidFill>
                <a:latin typeface="Segoe UI"/>
                <a:ea typeface="Segoe UI"/>
                <a:cs typeface="Segoe UI"/>
              </a:defRPr>
            </a:lvl4pPr>
            <a:lvl5pPr algn="l">
              <a:buNone/>
              <a:defRPr sz="1725" b="1">
                <a:solidFill>
                  <a:srgbClr val="0C403C"/>
                </a:solidFill>
                <a:latin typeface="Segoe UI"/>
                <a:ea typeface="Segoe UI"/>
                <a:cs typeface="Segoe UI"/>
              </a:defRPr>
            </a:lvl5pPr>
            <a:lvl6pPr algn="l">
              <a:buNone/>
              <a:defRPr sz="1725" b="1">
                <a:solidFill>
                  <a:srgbClr val="0C403C"/>
                </a:solidFill>
                <a:latin typeface="Segoe UI"/>
                <a:ea typeface="Segoe UI"/>
                <a:cs typeface="Segoe UI"/>
              </a:defRPr>
            </a:lvl6pPr>
            <a:lvl7pPr algn="l">
              <a:buNone/>
              <a:defRPr sz="1725" b="1">
                <a:solidFill>
                  <a:srgbClr val="0C403C"/>
                </a:solidFill>
                <a:latin typeface="Segoe UI"/>
                <a:ea typeface="Segoe UI"/>
                <a:cs typeface="Segoe UI"/>
              </a:defRPr>
            </a:lvl7pPr>
            <a:lvl8pPr algn="l">
              <a:buNone/>
              <a:defRPr sz="1725" b="1">
                <a:solidFill>
                  <a:srgbClr val="0C403C"/>
                </a:solidFill>
                <a:latin typeface="Segoe UI"/>
                <a:ea typeface="Segoe UI"/>
                <a:cs typeface="Segoe UI"/>
              </a:defRPr>
            </a:lvl8pPr>
            <a:lvl9pPr algn="l">
              <a:buNone/>
              <a:defRPr sz="1725" b="1">
                <a:solidFill>
                  <a:srgbClr val="0C403C"/>
                </a:solidFill>
                <a:latin typeface="Segoe UI"/>
                <a:ea typeface="Segoe UI"/>
                <a:cs typeface="Segoe UI"/>
              </a:defRPr>
            </a:lvl9pPr>
          </a:lstStyle>
          <a:p xmlns:a="http://schemas.openxmlformats.org/drawingml/2006/main">
            <a:pPr algn="l">
              <a:lnSpc>
                <a:spcPct val="108000"/>
              </a:lnSpc>
              <a:buNone/>
              <a:defRPr sz="1725" b="1">
                <a:solidFill>
                  <a:srgbClr val="0C403C"/>
                </a:solidFill>
                <a:latin typeface="Segoe UI"/>
                <a:ea typeface="Segoe UI"/>
                <a:cs typeface="Segoe UI"/>
              </a:defRPr>
            </a:pPr>
            <a:r>
              <a:rPr sz="1725" b="1">
                <a:solidFill>
                  <a:srgbClr val="0C403C"/>
                </a:solidFill>
                <a:latin typeface="Segoe UI"/>
                <a:ea typeface="Segoe UI"/>
                <a:cs typeface="Segoe UI"/>
              </a:rPr>
              <a:t>Các thay đổi BookCopy được kiểm tra trạng thái và phiên bản trong Core.</a:t>
            </a:r>
          </a:p>
        </p:txBody>
      </p:sp>
    </p:spTree>
    <p:extLst>
      <p:ext uri="{BB962C8B-B14F-4D97-AF65-F5344CB8AC3E}">
        <p14:creationId xmlns:p14="http://schemas.microsoft.com/office/powerpoint/2010/main" val="730661555"/>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FA7C4E-3D85-4009-976F-61B54E21982B}"/>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5</a:t>
            </a:r>
          </a:p>
        </p:txBody>
      </p:sp>
      <p:sp>
        <p:nvSpPr>
          <p:cNvPr id="2" name="">
            <a:extLst xmlns:a="http://schemas.openxmlformats.org/drawingml/2006/main">
              <a:ext uri="{FF2B5EF4-FFF2-40B4-BE49-F238E27FC236}">
                <a16:creationId xmlns:a16="http://schemas.microsoft.com/office/drawing/2014/main" id="{2AB0F366-05E8-43B0-9E74-E1B6FB864C7F}"/>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Kiểm kê theo phiên và snapshot</a:t>
            </a:r>
          </a:p>
        </p:txBody>
      </p:sp>
      <p:sp>
        <p:nvSpPr>
          <p:cNvPr id="3" name="">
            <a:extLst xmlns:a="http://schemas.openxmlformats.org/drawingml/2006/main">
              <a:ext uri="{FF2B5EF4-FFF2-40B4-BE49-F238E27FC236}">
                <a16:creationId xmlns:a16="http://schemas.microsoft.com/office/drawing/2014/main" id="{B3B989B7-4A3A-4361-B59C-CBC6060C19DE}"/>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649BBC00-F3EC-4FEA-98A3-E6F66D4763DD}"/>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9F90B51B-D356-4404-A9CE-9A75ABF20F33}"/>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09</a:t>
            </a:r>
          </a:p>
        </p:txBody>
      </p:sp>
      <p:sp>
        <p:nvSpPr>
          <p:cNvPr id="6" name="">
            <a:extLst xmlns:a="http://schemas.openxmlformats.org/drawingml/2006/main">
              <a:ext uri="{FF2B5EF4-FFF2-40B4-BE49-F238E27FC236}">
                <a16:creationId xmlns:a16="http://schemas.microsoft.com/office/drawing/2014/main" id="{FA0C0907-D004-4F45-A8A5-0E409E3617AD}"/>
              </a:ext>
            </a:extLst>
          </p:cNvPr>
          <p:cNvSpPr>
            <a:spLocks xmlns:a="http://schemas.openxmlformats.org/drawingml/2006/main" noGrp="1"/>
          </p:cNvSpPr>
          <p:nvPr/>
        </p:nvSpPr>
        <p:spPr>
          <a:xfrm xmlns:a="http://schemas.openxmlformats.org/drawingml/2006/main">
            <a:off x="685800" y="2266950"/>
            <a:ext cx="20383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7" name="">
            <a:extLst xmlns:a="http://schemas.openxmlformats.org/drawingml/2006/main">
              <a:ext uri="{FF2B5EF4-FFF2-40B4-BE49-F238E27FC236}">
                <a16:creationId xmlns:a16="http://schemas.microsoft.com/office/drawing/2014/main" id="{7B088EF6-6E2E-4C84-A717-3A81DEB90AC6}"/>
              </a:ext>
            </a:extLst>
          </p:cNvPr>
          <p:cNvSpPr>
            <a:spLocks xmlns:a="http://schemas.openxmlformats.org/drawingml/2006/main" noGrp="1"/>
          </p:cNvSpPr>
          <p:nvPr/>
        </p:nvSpPr>
        <p:spPr>
          <a:xfrm xmlns:a="http://schemas.openxmlformats.org/drawingml/2006/main">
            <a:off x="81915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Mở phiên</a:t>
            </a:r>
          </a:p>
        </p:txBody>
      </p:sp>
      <p:sp>
        <p:nvSpPr>
          <p:cNvPr id="8" name="">
            <a:extLst xmlns:a="http://schemas.openxmlformats.org/drawingml/2006/main">
              <a:ext uri="{FF2B5EF4-FFF2-40B4-BE49-F238E27FC236}">
                <a16:creationId xmlns:a16="http://schemas.microsoft.com/office/drawing/2014/main" id="{6FA4B5A9-AAC2-436C-B1E4-4613FA0F86F5}"/>
              </a:ext>
            </a:extLst>
          </p:cNvPr>
          <p:cNvSpPr>
            <a:spLocks xmlns:a="http://schemas.openxmlformats.org/drawingml/2006/main" noGrp="1"/>
          </p:cNvSpPr>
          <p:nvPr/>
        </p:nvSpPr>
        <p:spPr>
          <a:xfrm xmlns:a="http://schemas.openxmlformats.org/drawingml/2006/main">
            <a:off x="272415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9" name="">
            <a:extLst xmlns:a="http://schemas.openxmlformats.org/drawingml/2006/main">
              <a:ext uri="{FF2B5EF4-FFF2-40B4-BE49-F238E27FC236}">
                <a16:creationId xmlns:a16="http://schemas.microsoft.com/office/drawing/2014/main" id="{9E49A815-A65B-4C60-AC04-3B5766BE84EC}"/>
              </a:ext>
            </a:extLst>
          </p:cNvPr>
          <p:cNvSpPr>
            <a:spLocks xmlns:a="http://schemas.openxmlformats.org/drawingml/2006/main" noGrp="1"/>
          </p:cNvSpPr>
          <p:nvPr/>
        </p:nvSpPr>
        <p:spPr>
          <a:xfrm xmlns:a="http://schemas.openxmlformats.org/drawingml/2006/main">
            <a:off x="307657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1F349C6C-BBD7-47B0-BEC3-AA97F05E3B9B}"/>
              </a:ext>
            </a:extLst>
          </p:cNvPr>
          <p:cNvSpPr>
            <a:spLocks xmlns:a="http://schemas.openxmlformats.org/drawingml/2006/main" noGrp="1"/>
          </p:cNvSpPr>
          <p:nvPr/>
        </p:nvSpPr>
        <p:spPr>
          <a:xfrm xmlns:a="http://schemas.openxmlformats.org/drawingml/2006/main">
            <a:off x="320992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Lưu snapshot</a:t>
            </a:r>
          </a:p>
        </p:txBody>
      </p:sp>
      <p:sp>
        <p:nvSpPr>
          <p:cNvPr id="11" name="">
            <a:extLst xmlns:a="http://schemas.openxmlformats.org/drawingml/2006/main">
              <a:ext uri="{FF2B5EF4-FFF2-40B4-BE49-F238E27FC236}">
                <a16:creationId xmlns:a16="http://schemas.microsoft.com/office/drawing/2014/main" id="{A1C91A9A-B290-4E72-AF0E-3717914DAB89}"/>
              </a:ext>
            </a:extLst>
          </p:cNvPr>
          <p:cNvSpPr>
            <a:spLocks xmlns:a="http://schemas.openxmlformats.org/drawingml/2006/main" noGrp="1"/>
          </p:cNvSpPr>
          <p:nvPr/>
        </p:nvSpPr>
        <p:spPr>
          <a:xfrm xmlns:a="http://schemas.openxmlformats.org/drawingml/2006/main">
            <a:off x="5114925"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2" name="">
            <a:extLst xmlns:a="http://schemas.openxmlformats.org/drawingml/2006/main">
              <a:ext uri="{FF2B5EF4-FFF2-40B4-BE49-F238E27FC236}">
                <a16:creationId xmlns:a16="http://schemas.microsoft.com/office/drawing/2014/main" id="{EF45BA8F-C449-442E-8EB7-B1B166FE7E5C}"/>
              </a:ext>
            </a:extLst>
          </p:cNvPr>
          <p:cNvSpPr>
            <a:spLocks xmlns:a="http://schemas.openxmlformats.org/drawingml/2006/main" noGrp="1"/>
          </p:cNvSpPr>
          <p:nvPr/>
        </p:nvSpPr>
        <p:spPr>
          <a:xfrm xmlns:a="http://schemas.openxmlformats.org/drawingml/2006/main">
            <a:off x="5467350"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29D06BAC-54EB-438C-A380-7E763E6E659A}"/>
              </a:ext>
            </a:extLst>
          </p:cNvPr>
          <p:cNvSpPr>
            <a:spLocks xmlns:a="http://schemas.openxmlformats.org/drawingml/2006/main" noGrp="1"/>
          </p:cNvSpPr>
          <p:nvPr/>
        </p:nvSpPr>
        <p:spPr>
          <a:xfrm xmlns:a="http://schemas.openxmlformats.org/drawingml/2006/main">
            <a:off x="5600700"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Quét mã vạch</a:t>
            </a:r>
          </a:p>
        </p:txBody>
      </p:sp>
      <p:sp>
        <p:nvSpPr>
          <p:cNvPr id="14" name="">
            <a:extLst xmlns:a="http://schemas.openxmlformats.org/drawingml/2006/main">
              <a:ext uri="{FF2B5EF4-FFF2-40B4-BE49-F238E27FC236}">
                <a16:creationId xmlns:a16="http://schemas.microsoft.com/office/drawing/2014/main" id="{868BC741-4666-4DAC-9DC9-8E115CB956F1}"/>
              </a:ext>
            </a:extLst>
          </p:cNvPr>
          <p:cNvSpPr>
            <a:spLocks xmlns:a="http://schemas.openxmlformats.org/drawingml/2006/main" noGrp="1"/>
          </p:cNvSpPr>
          <p:nvPr/>
        </p:nvSpPr>
        <p:spPr>
          <a:xfrm xmlns:a="http://schemas.openxmlformats.org/drawingml/2006/main">
            <a:off x="7505700" y="2609850"/>
            <a:ext cx="33337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50277121-9308-4E6F-854C-466F289D7EC2}"/>
              </a:ext>
            </a:extLst>
          </p:cNvPr>
          <p:cNvSpPr>
            <a:spLocks xmlns:a="http://schemas.openxmlformats.org/drawingml/2006/main" noGrp="1"/>
          </p:cNvSpPr>
          <p:nvPr/>
        </p:nvSpPr>
        <p:spPr>
          <a:xfrm xmlns:a="http://schemas.openxmlformats.org/drawingml/2006/main">
            <a:off x="7858125" y="2266950"/>
            <a:ext cx="20383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6" name="">
            <a:extLst xmlns:a="http://schemas.openxmlformats.org/drawingml/2006/main">
              <a:ext uri="{FF2B5EF4-FFF2-40B4-BE49-F238E27FC236}">
                <a16:creationId xmlns:a16="http://schemas.microsoft.com/office/drawing/2014/main" id="{6523152B-D0EF-4FA8-9F73-C0C05A0908BA}"/>
              </a:ext>
            </a:extLst>
          </p:cNvPr>
          <p:cNvSpPr>
            <a:spLocks xmlns:a="http://schemas.openxmlformats.org/drawingml/2006/main" noGrp="1"/>
          </p:cNvSpPr>
          <p:nvPr/>
        </p:nvSpPr>
        <p:spPr>
          <a:xfrm xmlns:a="http://schemas.openxmlformats.org/drawingml/2006/main">
            <a:off x="7991475" y="2409825"/>
            <a:ext cx="1771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Xác nhận xử lý</a:t>
            </a:r>
          </a:p>
        </p:txBody>
      </p:sp>
      <p:sp>
        <p:nvSpPr>
          <p:cNvPr id="17" name="">
            <a:extLst xmlns:a="http://schemas.openxmlformats.org/drawingml/2006/main">
              <a:ext uri="{FF2B5EF4-FFF2-40B4-BE49-F238E27FC236}">
                <a16:creationId xmlns:a16="http://schemas.microsoft.com/office/drawing/2014/main" id="{4DB36D5A-9B73-4596-84DB-E14E6EF3391C}"/>
              </a:ext>
            </a:extLst>
          </p:cNvPr>
          <p:cNvSpPr>
            <a:spLocks xmlns:a="http://schemas.openxmlformats.org/drawingml/2006/main" noGrp="1"/>
          </p:cNvSpPr>
          <p:nvPr/>
        </p:nvSpPr>
        <p:spPr>
          <a:xfrm xmlns:a="http://schemas.openxmlformats.org/drawingml/2006/main">
            <a:off x="695325" y="3648075"/>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C403C"/>
                </a:solidFill>
                <a:latin typeface="Segoe UI"/>
                <a:ea typeface="Segoe UI"/>
                <a:cs typeface="Segoe UI"/>
              </a:defRPr>
            </a:defPPr>
            <a:lvl1pPr algn="l">
              <a:buNone/>
              <a:defRPr sz="1875" b="1">
                <a:solidFill>
                  <a:srgbClr val="0C403C"/>
                </a:solidFill>
                <a:latin typeface="Segoe UI"/>
                <a:ea typeface="Segoe UI"/>
                <a:cs typeface="Segoe UI"/>
              </a:defRPr>
            </a:lvl1pPr>
            <a:lvl2pPr algn="l">
              <a:buNone/>
              <a:defRPr sz="1875" b="1">
                <a:solidFill>
                  <a:srgbClr val="0C403C"/>
                </a:solidFill>
                <a:latin typeface="Segoe UI"/>
                <a:ea typeface="Segoe UI"/>
                <a:cs typeface="Segoe UI"/>
              </a:defRPr>
            </a:lvl2pPr>
            <a:lvl3pPr algn="l">
              <a:buNone/>
              <a:defRPr sz="1875" b="1">
                <a:solidFill>
                  <a:srgbClr val="0C403C"/>
                </a:solidFill>
                <a:latin typeface="Segoe UI"/>
                <a:ea typeface="Segoe UI"/>
                <a:cs typeface="Segoe UI"/>
              </a:defRPr>
            </a:lvl3pPr>
            <a:lvl4pPr algn="l">
              <a:buNone/>
              <a:defRPr sz="1875" b="1">
                <a:solidFill>
                  <a:srgbClr val="0C403C"/>
                </a:solidFill>
                <a:latin typeface="Segoe UI"/>
                <a:ea typeface="Segoe UI"/>
                <a:cs typeface="Segoe UI"/>
              </a:defRPr>
            </a:lvl4pPr>
            <a:lvl5pPr algn="l">
              <a:buNone/>
              <a:defRPr sz="1875" b="1">
                <a:solidFill>
                  <a:srgbClr val="0C403C"/>
                </a:solidFill>
                <a:latin typeface="Segoe UI"/>
                <a:ea typeface="Segoe UI"/>
                <a:cs typeface="Segoe UI"/>
              </a:defRPr>
            </a:lvl5pPr>
            <a:lvl6pPr algn="l">
              <a:buNone/>
              <a:defRPr sz="1875" b="1">
                <a:solidFill>
                  <a:srgbClr val="0C403C"/>
                </a:solidFill>
                <a:latin typeface="Segoe UI"/>
                <a:ea typeface="Segoe UI"/>
                <a:cs typeface="Segoe UI"/>
              </a:defRPr>
            </a:lvl6pPr>
            <a:lvl7pPr algn="l">
              <a:buNone/>
              <a:defRPr sz="1875" b="1">
                <a:solidFill>
                  <a:srgbClr val="0C403C"/>
                </a:solidFill>
                <a:latin typeface="Segoe UI"/>
                <a:ea typeface="Segoe UI"/>
                <a:cs typeface="Segoe UI"/>
              </a:defRPr>
            </a:lvl7pPr>
            <a:lvl8pPr algn="l">
              <a:buNone/>
              <a:defRPr sz="1875" b="1">
                <a:solidFill>
                  <a:srgbClr val="0C403C"/>
                </a:solidFill>
                <a:latin typeface="Segoe UI"/>
                <a:ea typeface="Segoe UI"/>
                <a:cs typeface="Segoe UI"/>
              </a:defRPr>
            </a:lvl8pPr>
            <a:lvl9pPr algn="l">
              <a:buNone/>
              <a:defRPr sz="1875" b="1">
                <a:solidFill>
                  <a:srgbClr val="0C403C"/>
                </a:solidFill>
                <a:latin typeface="Segoe UI"/>
                <a:ea typeface="Segoe UI"/>
                <a:cs typeface="Segoe UI"/>
              </a:defRPr>
            </a:lvl9pPr>
          </a:lstStyle>
          <a:p xmlns:a="http://schemas.openxmlformats.org/drawingml/2006/main">
            <a:pPr algn="l">
              <a:lnSpc>
                <a:spcPct val="108000"/>
              </a:lnSpc>
              <a:buNone/>
              <a:defRPr sz="1875" b="1">
                <a:solidFill>
                  <a:srgbClr val="0C403C"/>
                </a:solidFill>
                <a:latin typeface="Segoe UI"/>
                <a:ea typeface="Segoe UI"/>
                <a:cs typeface="Segoe UI"/>
              </a:defRPr>
            </a:pPr>
            <a:r>
              <a:rPr sz="1875" b="1">
                <a:solidFill>
                  <a:srgbClr val="0C403C"/>
                </a:solidFill>
                <a:latin typeface="Segoe UI"/>
                <a:ea typeface="Segoe UI"/>
                <a:cs typeface="Segoe UI"/>
              </a:rPr>
              <a:t>Sáu bất thường đã có trong luồng kiểm kê:</a:t>
            </a:r>
          </a:p>
        </p:txBody>
      </p:sp>
      <p:sp>
        <p:nvSpPr>
          <p:cNvPr id="18" name="">
            <a:extLst xmlns:a="http://schemas.openxmlformats.org/drawingml/2006/main">
              <a:ext uri="{FF2B5EF4-FFF2-40B4-BE49-F238E27FC236}">
                <a16:creationId xmlns:a16="http://schemas.microsoft.com/office/drawing/2014/main" id="{44DE8C5B-7649-4AAC-964C-8656B81D89D1}"/>
              </a:ext>
            </a:extLst>
          </p:cNvPr>
          <p:cNvSpPr>
            <a:spLocks xmlns:a="http://schemas.openxmlformats.org/drawingml/2006/main" noGrp="1"/>
          </p:cNvSpPr>
          <p:nvPr/>
        </p:nvSpPr>
        <p:spPr>
          <a:xfrm xmlns:a="http://schemas.openxmlformats.org/drawingml/2006/main">
            <a:off x="695325" y="4181475"/>
            <a:ext cx="1047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17211F"/>
                </a:solidFill>
                <a:latin typeface="Segoe UI"/>
                <a:ea typeface="Segoe UI"/>
                <a:cs typeface="Segoe UI"/>
              </a:defRPr>
            </a:defPPr>
            <a:lvl1pPr algn="l">
              <a:buNone/>
              <a:defRPr sz="2025" b="0">
                <a:solidFill>
                  <a:srgbClr val="17211F"/>
                </a:solidFill>
                <a:latin typeface="Segoe UI"/>
                <a:ea typeface="Segoe UI"/>
                <a:cs typeface="Segoe UI"/>
              </a:defRPr>
            </a:lvl1pPr>
            <a:lvl2pPr algn="l">
              <a:buNone/>
              <a:defRPr sz="2025" b="0">
                <a:solidFill>
                  <a:srgbClr val="17211F"/>
                </a:solidFill>
                <a:latin typeface="Segoe UI"/>
                <a:ea typeface="Segoe UI"/>
                <a:cs typeface="Segoe UI"/>
              </a:defRPr>
            </a:lvl2pPr>
            <a:lvl3pPr algn="l">
              <a:buNone/>
              <a:defRPr sz="2025" b="0">
                <a:solidFill>
                  <a:srgbClr val="17211F"/>
                </a:solidFill>
                <a:latin typeface="Segoe UI"/>
                <a:ea typeface="Segoe UI"/>
                <a:cs typeface="Segoe UI"/>
              </a:defRPr>
            </a:lvl3pPr>
            <a:lvl4pPr algn="l">
              <a:buNone/>
              <a:defRPr sz="2025" b="0">
                <a:solidFill>
                  <a:srgbClr val="17211F"/>
                </a:solidFill>
                <a:latin typeface="Segoe UI"/>
                <a:ea typeface="Segoe UI"/>
                <a:cs typeface="Segoe UI"/>
              </a:defRPr>
            </a:lvl4pPr>
            <a:lvl5pPr algn="l">
              <a:buNone/>
              <a:defRPr sz="2025" b="0">
                <a:solidFill>
                  <a:srgbClr val="17211F"/>
                </a:solidFill>
                <a:latin typeface="Segoe UI"/>
                <a:ea typeface="Segoe UI"/>
                <a:cs typeface="Segoe UI"/>
              </a:defRPr>
            </a:lvl5pPr>
            <a:lvl6pPr algn="l">
              <a:buNone/>
              <a:defRPr sz="2025" b="0">
                <a:solidFill>
                  <a:srgbClr val="17211F"/>
                </a:solidFill>
                <a:latin typeface="Segoe UI"/>
                <a:ea typeface="Segoe UI"/>
                <a:cs typeface="Segoe UI"/>
              </a:defRPr>
            </a:lvl6pPr>
            <a:lvl7pPr algn="l">
              <a:buNone/>
              <a:defRPr sz="2025" b="0">
                <a:solidFill>
                  <a:srgbClr val="17211F"/>
                </a:solidFill>
                <a:latin typeface="Segoe UI"/>
                <a:ea typeface="Segoe UI"/>
                <a:cs typeface="Segoe UI"/>
              </a:defRPr>
            </a:lvl7pPr>
            <a:lvl8pPr algn="l">
              <a:buNone/>
              <a:defRPr sz="2025" b="0">
                <a:solidFill>
                  <a:srgbClr val="17211F"/>
                </a:solidFill>
                <a:latin typeface="Segoe UI"/>
                <a:ea typeface="Segoe UI"/>
                <a:cs typeface="Segoe UI"/>
              </a:defRPr>
            </a:lvl8pPr>
            <a:lvl9pPr algn="l">
              <a:buNone/>
              <a:defRPr sz="2025" b="0">
                <a:solidFill>
                  <a:srgbClr val="17211F"/>
                </a:solidFill>
                <a:latin typeface="Segoe UI"/>
                <a:ea typeface="Segoe UI"/>
                <a:cs typeface="Segoe UI"/>
              </a:defRPr>
            </a:lvl9pPr>
          </a:lstStyle>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kệ · thiếu bản sách · lệch trạng thái</a:t>
            </a:r>
          </a:p>
          <a:p xmlns:a="http://schemas.openxmlformats.org/drawingml/2006/main">
            <a:pPr algn="l">
              <a:lnSpc>
                <a:spcPct val="108000"/>
              </a:lnSpc>
              <a:buNone/>
              <a:defRPr sz="2025" b="0">
                <a:solidFill>
                  <a:srgbClr val="17211F"/>
                </a:solidFill>
                <a:latin typeface="Segoe UI"/>
                <a:ea typeface="Segoe UI"/>
                <a:cs typeface="Segoe UI"/>
              </a:defRPr>
            </a:pPr>
            <a:r>
              <a:rPr sz="2025" b="0">
                <a:solidFill>
                  <a:srgbClr val="17211F"/>
                </a:solidFill>
                <a:latin typeface="Segoe UI"/>
                <a:ea typeface="Segoe UI"/>
                <a:cs typeface="Segoe UI"/>
              </a:rPr>
              <a:t>Sai chi nhánh · mã vạch lạ · quét trùng</a:t>
            </a:r>
          </a:p>
        </p:txBody>
      </p:sp>
      <p:sp>
        <p:nvSpPr>
          <p:cNvPr id="19" name="">
            <a:extLst xmlns:a="http://schemas.openxmlformats.org/drawingml/2006/main">
              <a:ext uri="{FF2B5EF4-FFF2-40B4-BE49-F238E27FC236}">
                <a16:creationId xmlns:a16="http://schemas.microsoft.com/office/drawing/2014/main" id="{434DDFD1-3159-43B4-9077-46C60E1A68F5}"/>
              </a:ext>
            </a:extLst>
          </p:cNvPr>
          <p:cNvSpPr>
            <a:spLocks xmlns:a="http://schemas.openxmlformats.org/drawingml/2006/main" noGrp="1"/>
          </p:cNvSpPr>
          <p:nvPr/>
        </p:nvSpPr>
        <p:spPr>
          <a:xfrm xmlns:a="http://schemas.openxmlformats.org/drawingml/2006/main">
            <a:off x="695325" y="5743575"/>
            <a:ext cx="10715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buNone/>
              <a:defRPr sz="1200" b="0">
                <a:solidFill>
                  <a:srgbClr val="9D5B14"/>
                </a:solidFill>
                <a:latin typeface="Segoe UI"/>
                <a:ea typeface="Segoe UI"/>
                <a:cs typeface="Segoe UI"/>
              </a:defRPr>
            </a:lvl1pPr>
            <a:lvl2pPr algn="l">
              <a:buNone/>
              <a:defRPr sz="1200" b="0">
                <a:solidFill>
                  <a:srgbClr val="9D5B14"/>
                </a:solidFill>
                <a:latin typeface="Segoe UI"/>
                <a:ea typeface="Segoe UI"/>
                <a:cs typeface="Segoe UI"/>
              </a:defRPr>
            </a:lvl2pPr>
            <a:lvl3pPr algn="l">
              <a:buNone/>
              <a:defRPr sz="1200" b="0">
                <a:solidFill>
                  <a:srgbClr val="9D5B14"/>
                </a:solidFill>
                <a:latin typeface="Segoe UI"/>
                <a:ea typeface="Segoe UI"/>
                <a:cs typeface="Segoe UI"/>
              </a:defRPr>
            </a:lvl3pPr>
            <a:lvl4pPr algn="l">
              <a:buNone/>
              <a:defRPr sz="1200" b="0">
                <a:solidFill>
                  <a:srgbClr val="9D5B14"/>
                </a:solidFill>
                <a:latin typeface="Segoe UI"/>
                <a:ea typeface="Segoe UI"/>
                <a:cs typeface="Segoe UI"/>
              </a:defRPr>
            </a:lvl4pPr>
            <a:lvl5pPr algn="l">
              <a:buNone/>
              <a:defRPr sz="1200" b="0">
                <a:solidFill>
                  <a:srgbClr val="9D5B14"/>
                </a:solidFill>
                <a:latin typeface="Segoe UI"/>
                <a:ea typeface="Segoe UI"/>
                <a:cs typeface="Segoe UI"/>
              </a:defRPr>
            </a:lvl5pPr>
            <a:lvl6pPr algn="l">
              <a:buNone/>
              <a:defRPr sz="1200" b="0">
                <a:solidFill>
                  <a:srgbClr val="9D5B14"/>
                </a:solidFill>
                <a:latin typeface="Segoe UI"/>
                <a:ea typeface="Segoe UI"/>
                <a:cs typeface="Segoe UI"/>
              </a:defRPr>
            </a:lvl6pPr>
            <a:lvl7pPr algn="l">
              <a:buNone/>
              <a:defRPr sz="1200" b="0">
                <a:solidFill>
                  <a:srgbClr val="9D5B14"/>
                </a:solidFill>
                <a:latin typeface="Segoe UI"/>
                <a:ea typeface="Segoe UI"/>
                <a:cs typeface="Segoe UI"/>
              </a:defRPr>
            </a:lvl7pPr>
            <a:lvl8pPr algn="l">
              <a:buNone/>
              <a:defRPr sz="1200" b="0">
                <a:solidFill>
                  <a:srgbClr val="9D5B14"/>
                </a:solidFill>
                <a:latin typeface="Segoe UI"/>
                <a:ea typeface="Segoe UI"/>
                <a:cs typeface="Segoe UI"/>
              </a:defRPr>
            </a:lvl8pPr>
            <a:lvl9pPr algn="l">
              <a:buNone/>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PR #25 của Toàn đã merge vào main; truy vấn kiểm kê có test PostgreSQL.</a:t>
            </a:r>
          </a:p>
        </p:txBody>
      </p:sp>
    </p:spTree>
    <p:extLst>
      <p:ext uri="{BB962C8B-B14F-4D97-AF65-F5344CB8AC3E}">
        <p14:creationId xmlns:p14="http://schemas.microsoft.com/office/powerpoint/2010/main" val="1223406830"/>
      </p:ext>
    </p:extLst>
  </p:cSld>
</p:sld>
</file>

<file path=ppt/slides/slide10.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5EF91BC-D4C0-4EC4-BDEB-77106968A5DD}"/>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6</a:t>
            </a:r>
          </a:p>
        </p:txBody>
      </p:sp>
      <p:sp>
        <p:nvSpPr>
          <p:cNvPr id="2" name="">
            <a:extLst xmlns:a="http://schemas.openxmlformats.org/drawingml/2006/main">
              <a:ext uri="{FF2B5EF4-FFF2-40B4-BE49-F238E27FC236}">
                <a16:creationId xmlns:a16="http://schemas.microsoft.com/office/drawing/2014/main" id="{11B61917-4409-480F-9314-E89ABCFF30A4}"/>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Tìm kiếm và Category Alias</a:t>
            </a:r>
          </a:p>
        </p:txBody>
      </p:sp>
      <p:sp>
        <p:nvSpPr>
          <p:cNvPr id="3" name="">
            <a:extLst xmlns:a="http://schemas.openxmlformats.org/drawingml/2006/main">
              <a:ext uri="{FF2B5EF4-FFF2-40B4-BE49-F238E27FC236}">
                <a16:creationId xmlns:a16="http://schemas.microsoft.com/office/drawing/2014/main" id="{86CE6F72-D805-421B-AF75-0399E8400C0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33A67921-3372-4AC9-A216-1BC7E5876A2B}"/>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CDDA6D22-C974-4371-A021-BF568ED5348C}"/>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10</a:t>
            </a:r>
          </a:p>
        </p:txBody>
      </p:sp>
      <p:sp>
        <p:nvSpPr>
          <p:cNvPr id="6" name="">
            <a:extLst xmlns:a="http://schemas.openxmlformats.org/drawingml/2006/main">
              <a:ext uri="{FF2B5EF4-FFF2-40B4-BE49-F238E27FC236}">
                <a16:creationId xmlns:a16="http://schemas.microsoft.com/office/drawing/2014/main" id="{4A2DEA28-8B5B-4883-9EB4-63BFFF07D279}"/>
              </a:ext>
            </a:extLst>
          </p:cNvPr>
          <p:cNvSpPr>
            <a:spLocks xmlns:a="http://schemas.openxmlformats.org/drawingml/2006/main" noGrp="1"/>
          </p:cNvSpPr>
          <p:nvPr/>
        </p:nvSpPr>
        <p:spPr>
          <a:xfrm xmlns:a="http://schemas.openxmlformats.org/drawingml/2006/main">
            <a:off x="695325" y="2038350"/>
            <a:ext cx="3524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C403C"/>
                </a:solidFill>
                <a:latin typeface="Segoe UI"/>
                <a:ea typeface="Segoe UI"/>
                <a:cs typeface="Segoe UI"/>
              </a:defRPr>
            </a:defPPr>
            <a:lvl1pPr algn="l">
              <a:buNone/>
              <a:defRPr sz="2100" b="1">
                <a:solidFill>
                  <a:srgbClr val="0C403C"/>
                </a:solidFill>
                <a:latin typeface="Segoe UI"/>
                <a:ea typeface="Segoe UI"/>
                <a:cs typeface="Segoe UI"/>
              </a:defRPr>
            </a:lvl1pPr>
            <a:lvl2pPr algn="l">
              <a:buNone/>
              <a:defRPr sz="2100" b="1">
                <a:solidFill>
                  <a:srgbClr val="0C403C"/>
                </a:solidFill>
                <a:latin typeface="Segoe UI"/>
                <a:ea typeface="Segoe UI"/>
                <a:cs typeface="Segoe UI"/>
              </a:defRPr>
            </a:lvl2pPr>
            <a:lvl3pPr algn="l">
              <a:buNone/>
              <a:defRPr sz="2100" b="1">
                <a:solidFill>
                  <a:srgbClr val="0C403C"/>
                </a:solidFill>
                <a:latin typeface="Segoe UI"/>
                <a:ea typeface="Segoe UI"/>
                <a:cs typeface="Segoe UI"/>
              </a:defRPr>
            </a:lvl3pPr>
            <a:lvl4pPr algn="l">
              <a:buNone/>
              <a:defRPr sz="2100" b="1">
                <a:solidFill>
                  <a:srgbClr val="0C403C"/>
                </a:solidFill>
                <a:latin typeface="Segoe UI"/>
                <a:ea typeface="Segoe UI"/>
                <a:cs typeface="Segoe UI"/>
              </a:defRPr>
            </a:lvl4pPr>
            <a:lvl5pPr algn="l">
              <a:buNone/>
              <a:defRPr sz="2100" b="1">
                <a:solidFill>
                  <a:srgbClr val="0C403C"/>
                </a:solidFill>
                <a:latin typeface="Segoe UI"/>
                <a:ea typeface="Segoe UI"/>
                <a:cs typeface="Segoe UI"/>
              </a:defRPr>
            </a:lvl5pPr>
            <a:lvl6pPr algn="l">
              <a:buNone/>
              <a:defRPr sz="2100" b="1">
                <a:solidFill>
                  <a:srgbClr val="0C403C"/>
                </a:solidFill>
                <a:latin typeface="Segoe UI"/>
                <a:ea typeface="Segoe UI"/>
                <a:cs typeface="Segoe UI"/>
              </a:defRPr>
            </a:lvl6pPr>
            <a:lvl7pPr algn="l">
              <a:buNone/>
              <a:defRPr sz="2100" b="1">
                <a:solidFill>
                  <a:srgbClr val="0C403C"/>
                </a:solidFill>
                <a:latin typeface="Segoe UI"/>
                <a:ea typeface="Segoe UI"/>
                <a:cs typeface="Segoe UI"/>
              </a:defRPr>
            </a:lvl7pPr>
            <a:lvl8pPr algn="l">
              <a:buNone/>
              <a:defRPr sz="2100" b="1">
                <a:solidFill>
                  <a:srgbClr val="0C403C"/>
                </a:solidFill>
                <a:latin typeface="Segoe UI"/>
                <a:ea typeface="Segoe UI"/>
                <a:cs typeface="Segoe UI"/>
              </a:defRPr>
            </a:lvl8pPr>
            <a:lvl9pPr algn="l">
              <a:buNone/>
              <a:defRPr sz="2100" b="1">
                <a:solidFill>
                  <a:srgbClr val="0C403C"/>
                </a:solidFill>
                <a:latin typeface="Segoe UI"/>
                <a:ea typeface="Segoe UI"/>
                <a:cs typeface="Segoe UI"/>
              </a:defRPr>
            </a:lvl9pPr>
          </a:lstStyle>
          <a:p xmlns:a="http://schemas.openxmlformats.org/drawingml/2006/main">
            <a:pPr algn="l">
              <a:lnSpc>
                <a:spcPct val="108000"/>
              </a:lnSpc>
              <a:buNone/>
              <a:defRPr sz="2100" b="1">
                <a:solidFill>
                  <a:srgbClr val="0C403C"/>
                </a:solidFill>
                <a:latin typeface="Segoe UI"/>
                <a:ea typeface="Segoe UI"/>
                <a:cs typeface="Segoe UI"/>
              </a:defRPr>
            </a:pPr>
            <a:r>
              <a:rPr sz="2100" b="1">
                <a:solidFill>
                  <a:srgbClr val="0C403C"/>
                </a:solidFill>
                <a:latin typeface="Segoe UI"/>
                <a:ea typeface="Segoe UI"/>
                <a:cs typeface="Segoe UI"/>
              </a:rPr>
              <a:t>Truy vấn của người đọc</a:t>
            </a:r>
          </a:p>
        </p:txBody>
      </p:sp>
      <p:sp>
        <p:nvSpPr>
          <p:cNvPr id="7" name="">
            <a:extLst xmlns:a="http://schemas.openxmlformats.org/drawingml/2006/main">
              <a:ext uri="{FF2B5EF4-FFF2-40B4-BE49-F238E27FC236}">
                <a16:creationId xmlns:a16="http://schemas.microsoft.com/office/drawing/2014/main" id="{A9A71D06-F540-47F3-BCA2-95CCC8CF0BD6}"/>
              </a:ext>
            </a:extLst>
          </p:cNvPr>
          <p:cNvSpPr>
            <a:spLocks xmlns:a="http://schemas.openxmlformats.org/drawingml/2006/main" noGrp="1"/>
          </p:cNvSpPr>
          <p:nvPr/>
        </p:nvSpPr>
        <p:spPr>
          <a:xfrm xmlns:a="http://schemas.openxmlformats.org/drawingml/2006/main">
            <a:off x="695325" y="2647950"/>
            <a:ext cx="29527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8" name="">
            <a:extLst xmlns:a="http://schemas.openxmlformats.org/drawingml/2006/main">
              <a:ext uri="{FF2B5EF4-FFF2-40B4-BE49-F238E27FC236}">
                <a16:creationId xmlns:a16="http://schemas.microsoft.com/office/drawing/2014/main" id="{8CFDD447-3F57-45AB-9105-F58CC53A4DA4}"/>
              </a:ext>
            </a:extLst>
          </p:cNvPr>
          <p:cNvSpPr>
            <a:spLocks xmlns:a="http://schemas.openxmlformats.org/drawingml/2006/main" noGrp="1"/>
          </p:cNvSpPr>
          <p:nvPr/>
        </p:nvSpPr>
        <p:spPr>
          <a:xfrm xmlns:a="http://schemas.openxmlformats.org/drawingml/2006/main">
            <a:off x="828675"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7211F"/>
                </a:solidFill>
                <a:latin typeface="Segoe UI"/>
                <a:ea typeface="Segoe UI"/>
                <a:cs typeface="Segoe UI"/>
              </a:defRPr>
            </a:defPPr>
            <a:lvl1pPr algn="ctr">
              <a:buNone/>
              <a:defRPr sz="1650" b="1">
                <a:solidFill>
                  <a:srgbClr val="17211F"/>
                </a:solidFill>
                <a:latin typeface="Segoe UI"/>
                <a:ea typeface="Segoe UI"/>
                <a:cs typeface="Segoe UI"/>
              </a:defRPr>
            </a:lvl1pPr>
            <a:lvl2pPr algn="ctr">
              <a:buNone/>
              <a:defRPr sz="1650" b="1">
                <a:solidFill>
                  <a:srgbClr val="17211F"/>
                </a:solidFill>
                <a:latin typeface="Segoe UI"/>
                <a:ea typeface="Segoe UI"/>
                <a:cs typeface="Segoe UI"/>
              </a:defRPr>
            </a:lvl2pPr>
            <a:lvl3pPr algn="ctr">
              <a:buNone/>
              <a:defRPr sz="1650" b="1">
                <a:solidFill>
                  <a:srgbClr val="17211F"/>
                </a:solidFill>
                <a:latin typeface="Segoe UI"/>
                <a:ea typeface="Segoe UI"/>
                <a:cs typeface="Segoe UI"/>
              </a:defRPr>
            </a:lvl3pPr>
            <a:lvl4pPr algn="ctr">
              <a:buNone/>
              <a:defRPr sz="1650" b="1">
                <a:solidFill>
                  <a:srgbClr val="17211F"/>
                </a:solidFill>
                <a:latin typeface="Segoe UI"/>
                <a:ea typeface="Segoe UI"/>
                <a:cs typeface="Segoe UI"/>
              </a:defRPr>
            </a:lvl4pPr>
            <a:lvl5pPr algn="ctr">
              <a:buNone/>
              <a:defRPr sz="1650" b="1">
                <a:solidFill>
                  <a:srgbClr val="17211F"/>
                </a:solidFill>
                <a:latin typeface="Segoe UI"/>
                <a:ea typeface="Segoe UI"/>
                <a:cs typeface="Segoe UI"/>
              </a:defRPr>
            </a:lvl5pPr>
            <a:lvl6pPr algn="ctr">
              <a:buNone/>
              <a:defRPr sz="1650" b="1">
                <a:solidFill>
                  <a:srgbClr val="17211F"/>
                </a:solidFill>
                <a:latin typeface="Segoe UI"/>
                <a:ea typeface="Segoe UI"/>
                <a:cs typeface="Segoe UI"/>
              </a:defRPr>
            </a:lvl6pPr>
            <a:lvl7pPr algn="ctr">
              <a:buNone/>
              <a:defRPr sz="1650" b="1">
                <a:solidFill>
                  <a:srgbClr val="17211F"/>
                </a:solidFill>
                <a:latin typeface="Segoe UI"/>
                <a:ea typeface="Segoe UI"/>
                <a:cs typeface="Segoe UI"/>
              </a:defRPr>
            </a:lvl7pPr>
            <a:lvl8pPr algn="ctr">
              <a:buNone/>
              <a:defRPr sz="1650" b="1">
                <a:solidFill>
                  <a:srgbClr val="17211F"/>
                </a:solidFill>
                <a:latin typeface="Segoe UI"/>
                <a:ea typeface="Segoe UI"/>
                <a:cs typeface="Segoe UI"/>
              </a:defRPr>
            </a:lvl8pPr>
            <a:lvl9pPr algn="ctr">
              <a:buNone/>
              <a:defRPr sz="1650" b="1">
                <a:solidFill>
                  <a:srgbClr val="17211F"/>
                </a:solidFill>
                <a:latin typeface="Segoe UI"/>
                <a:ea typeface="Segoe UI"/>
                <a:cs typeface="Segoe UI"/>
              </a:defRPr>
            </a:lvl9pPr>
          </a:lstStyle>
          <a:p xmlns:a="http://schemas.openxmlformats.org/drawingml/2006/main">
            <a:pPr algn="ctr">
              <a:lnSpc>
                <a:spcPct val="108000"/>
              </a:lnSpc>
              <a:buNone/>
              <a:defRPr sz="1650" b="1">
                <a:solidFill>
                  <a:srgbClr val="17211F"/>
                </a:solidFill>
                <a:latin typeface="Segoe UI"/>
                <a:ea typeface="Segoe UI"/>
                <a:cs typeface="Segoe UI"/>
              </a:defRPr>
            </a:pPr>
            <a:r>
              <a:rPr sz="1650" b="1">
                <a:solidFill>
                  <a:srgbClr val="17211F"/>
                </a:solidFill>
                <a:latin typeface="Segoe UI"/>
                <a:ea typeface="Segoe UI"/>
                <a:cs typeface="Segoe UI"/>
              </a:rPr>
              <a:t>Tên · ISBN · tác giả</a:t>
            </a:r>
          </a:p>
        </p:txBody>
      </p:sp>
      <p:sp>
        <p:nvSpPr>
          <p:cNvPr id="9" name="">
            <a:extLst xmlns:a="http://schemas.openxmlformats.org/drawingml/2006/main">
              <a:ext uri="{FF2B5EF4-FFF2-40B4-BE49-F238E27FC236}">
                <a16:creationId xmlns:a16="http://schemas.microsoft.com/office/drawing/2014/main" id="{A921721A-5AC9-4EEC-B41B-EC3778B594F0}"/>
              </a:ext>
            </a:extLst>
          </p:cNvPr>
          <p:cNvSpPr>
            <a:spLocks xmlns:a="http://schemas.openxmlformats.org/drawingml/2006/main" noGrp="1"/>
          </p:cNvSpPr>
          <p:nvPr/>
        </p:nvSpPr>
        <p:spPr>
          <a:xfrm xmlns:a="http://schemas.openxmlformats.org/drawingml/2006/main">
            <a:off x="3648075" y="2990850"/>
            <a:ext cx="923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0" name="">
            <a:extLst xmlns:a="http://schemas.openxmlformats.org/drawingml/2006/main">
              <a:ext uri="{FF2B5EF4-FFF2-40B4-BE49-F238E27FC236}">
                <a16:creationId xmlns:a16="http://schemas.microsoft.com/office/drawing/2014/main" id="{7B310AE4-590E-44F5-90E4-52093EDEA96E}"/>
              </a:ext>
            </a:extLst>
          </p:cNvPr>
          <p:cNvSpPr>
            <a:spLocks xmlns:a="http://schemas.openxmlformats.org/drawingml/2006/main" noGrp="1"/>
          </p:cNvSpPr>
          <p:nvPr/>
        </p:nvSpPr>
        <p:spPr>
          <a:xfrm xmlns:a="http://schemas.openxmlformats.org/drawingml/2006/main">
            <a:off x="457200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8AC1389D-F3E3-42AD-AD84-5B1566785607}"/>
              </a:ext>
            </a:extLst>
          </p:cNvPr>
          <p:cNvSpPr>
            <a:spLocks xmlns:a="http://schemas.openxmlformats.org/drawingml/2006/main" noGrp="1"/>
          </p:cNvSpPr>
          <p:nvPr/>
        </p:nvSpPr>
        <p:spPr>
          <a:xfrm xmlns:a="http://schemas.openxmlformats.org/drawingml/2006/main">
            <a:off x="470535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FTS + trigram</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Chuẩn hóa tiếng Việt</a:t>
            </a:r>
          </a:p>
        </p:txBody>
      </p:sp>
      <p:sp>
        <p:nvSpPr>
          <p:cNvPr id="12" name="">
            <a:extLst xmlns:a="http://schemas.openxmlformats.org/drawingml/2006/main">
              <a:ext uri="{FF2B5EF4-FFF2-40B4-BE49-F238E27FC236}">
                <a16:creationId xmlns:a16="http://schemas.microsoft.com/office/drawing/2014/main" id="{B3A35271-5E6C-46E0-97CD-9FF2FA41820E}"/>
              </a:ext>
            </a:extLst>
          </p:cNvPr>
          <p:cNvSpPr>
            <a:spLocks xmlns:a="http://schemas.openxmlformats.org/drawingml/2006/main" noGrp="1"/>
          </p:cNvSpPr>
          <p:nvPr/>
        </p:nvSpPr>
        <p:spPr>
          <a:xfrm xmlns:a="http://schemas.openxmlformats.org/drawingml/2006/main">
            <a:off x="7524750" y="2990850"/>
            <a:ext cx="876300"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3" name="">
            <a:extLst xmlns:a="http://schemas.openxmlformats.org/drawingml/2006/main">
              <a:ext uri="{FF2B5EF4-FFF2-40B4-BE49-F238E27FC236}">
                <a16:creationId xmlns:a16="http://schemas.microsoft.com/office/drawing/2014/main" id="{76BA7231-B0BC-4AFD-A82E-1DFC425103D9}"/>
              </a:ext>
            </a:extLst>
          </p:cNvPr>
          <p:cNvSpPr>
            <a:spLocks xmlns:a="http://schemas.openxmlformats.org/drawingml/2006/main" noGrp="1"/>
          </p:cNvSpPr>
          <p:nvPr/>
        </p:nvSpPr>
        <p:spPr>
          <a:xfrm xmlns:a="http://schemas.openxmlformats.org/drawingml/2006/main">
            <a:off x="8401050" y="2647950"/>
            <a:ext cx="29527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F3174038-A0B9-4526-9262-4C4BAE1EB3FC}"/>
              </a:ext>
            </a:extLst>
          </p:cNvPr>
          <p:cNvSpPr>
            <a:spLocks xmlns:a="http://schemas.openxmlformats.org/drawingml/2006/main" noGrp="1"/>
          </p:cNvSpPr>
          <p:nvPr/>
        </p:nvSpPr>
        <p:spPr>
          <a:xfrm xmlns:a="http://schemas.openxmlformats.org/drawingml/2006/main">
            <a:off x="8534400" y="2790825"/>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Xếp hạng</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Phân trang ổn định</a:t>
            </a:r>
          </a:p>
        </p:txBody>
      </p:sp>
      <p:sp>
        <p:nvSpPr>
          <p:cNvPr id="15" name="">
            <a:extLst xmlns:a="http://schemas.openxmlformats.org/drawingml/2006/main">
              <a:ext uri="{FF2B5EF4-FFF2-40B4-BE49-F238E27FC236}">
                <a16:creationId xmlns:a16="http://schemas.microsoft.com/office/drawing/2014/main" id="{137610C6-D594-49FC-8B8B-66FEC81CF105}"/>
              </a:ext>
            </a:extLst>
          </p:cNvPr>
          <p:cNvSpPr>
            <a:spLocks xmlns:a="http://schemas.openxmlformats.org/drawingml/2006/main" noGrp="1"/>
          </p:cNvSpPr>
          <p:nvPr/>
        </p:nvSpPr>
        <p:spPr>
          <a:xfrm xmlns:a="http://schemas.openxmlformats.org/drawingml/2006/main">
            <a:off x="704850" y="3971925"/>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211F"/>
                </a:solidFill>
                <a:latin typeface="Segoe UI"/>
                <a:ea typeface="Segoe UI"/>
                <a:cs typeface="Segoe UI"/>
              </a:defRPr>
            </a:defPPr>
            <a:lvl1pPr algn="l">
              <a:buNone/>
              <a:defRPr sz="1875" b="0">
                <a:solidFill>
                  <a:srgbClr val="17211F"/>
                </a:solidFill>
                <a:latin typeface="Segoe UI"/>
                <a:ea typeface="Segoe UI"/>
                <a:cs typeface="Segoe UI"/>
              </a:defRPr>
            </a:lvl1pPr>
            <a:lvl2pPr algn="l">
              <a:buNone/>
              <a:defRPr sz="1875" b="0">
                <a:solidFill>
                  <a:srgbClr val="17211F"/>
                </a:solidFill>
                <a:latin typeface="Segoe UI"/>
                <a:ea typeface="Segoe UI"/>
                <a:cs typeface="Segoe UI"/>
              </a:defRPr>
            </a:lvl2pPr>
            <a:lvl3pPr algn="l">
              <a:buNone/>
              <a:defRPr sz="1875" b="0">
                <a:solidFill>
                  <a:srgbClr val="17211F"/>
                </a:solidFill>
                <a:latin typeface="Segoe UI"/>
                <a:ea typeface="Segoe UI"/>
                <a:cs typeface="Segoe UI"/>
              </a:defRPr>
            </a:lvl3pPr>
            <a:lvl4pPr algn="l">
              <a:buNone/>
              <a:defRPr sz="1875" b="0">
                <a:solidFill>
                  <a:srgbClr val="17211F"/>
                </a:solidFill>
                <a:latin typeface="Segoe UI"/>
                <a:ea typeface="Segoe UI"/>
                <a:cs typeface="Segoe UI"/>
              </a:defRPr>
            </a:lvl4pPr>
            <a:lvl5pPr algn="l">
              <a:buNone/>
              <a:defRPr sz="1875" b="0">
                <a:solidFill>
                  <a:srgbClr val="17211F"/>
                </a:solidFill>
                <a:latin typeface="Segoe UI"/>
                <a:ea typeface="Segoe UI"/>
                <a:cs typeface="Segoe UI"/>
              </a:defRPr>
            </a:lvl5pPr>
            <a:lvl6pPr algn="l">
              <a:buNone/>
              <a:defRPr sz="1875" b="0">
                <a:solidFill>
                  <a:srgbClr val="17211F"/>
                </a:solidFill>
                <a:latin typeface="Segoe UI"/>
                <a:ea typeface="Segoe UI"/>
                <a:cs typeface="Segoe UI"/>
              </a:defRPr>
            </a:lvl6pPr>
            <a:lvl7pPr algn="l">
              <a:buNone/>
              <a:defRPr sz="1875" b="0">
                <a:solidFill>
                  <a:srgbClr val="17211F"/>
                </a:solidFill>
                <a:latin typeface="Segoe UI"/>
                <a:ea typeface="Segoe UI"/>
                <a:cs typeface="Segoe UI"/>
              </a:defRPr>
            </a:lvl7pPr>
            <a:lvl8pPr algn="l">
              <a:buNone/>
              <a:defRPr sz="1875" b="0">
                <a:solidFill>
                  <a:srgbClr val="17211F"/>
                </a:solidFill>
                <a:latin typeface="Segoe UI"/>
                <a:ea typeface="Segoe UI"/>
                <a:cs typeface="Segoe UI"/>
              </a:defRPr>
            </a:lvl8pPr>
            <a:lvl9pPr algn="l">
              <a:buNone/>
              <a:defRPr sz="1875" b="0">
                <a:solidFill>
                  <a:srgbClr val="17211F"/>
                </a:solidFill>
                <a:latin typeface="Segoe UI"/>
                <a:ea typeface="Segoe UI"/>
                <a:cs typeface="Segoe UI"/>
              </a:defRPr>
            </a:lvl9pPr>
          </a:lstStyle>
          <a:p xmlns:a="http://schemas.openxmlformats.org/drawingml/2006/main">
            <a:pPr algn="l">
              <a:lnSpc>
                <a:spcPct val="108000"/>
              </a:lnSpc>
              <a:buNone/>
              <a:defRPr sz="1875" b="0">
                <a:solidFill>
                  <a:srgbClr val="17211F"/>
                </a:solidFill>
                <a:latin typeface="Segoe UI"/>
                <a:ea typeface="Segoe UI"/>
                <a:cs typeface="Segoe UI"/>
              </a:defRPr>
            </a:pPr>
            <a:r>
              <a:rPr sz="1875" b="0">
                <a:solidFill>
                  <a:srgbClr val="17211F"/>
                </a:solidFill>
                <a:latin typeface="Segoe UI"/>
                <a:ea typeface="Segoe UI"/>
                <a:cs typeface="Segoe UI"/>
              </a:rPr>
              <a:t>Alias ánh xạ tên thay thế về Category chuẩn; tên nhập nhằng được báo lỗi.</a:t>
            </a:r>
          </a:p>
        </p:txBody>
      </p:sp>
      <p:sp>
        <p:nvSpPr>
          <p:cNvPr id="16" name="">
            <a:extLst xmlns:a="http://schemas.openxmlformats.org/drawingml/2006/main">
              <a:ext uri="{FF2B5EF4-FFF2-40B4-BE49-F238E27FC236}">
                <a16:creationId xmlns:a16="http://schemas.microsoft.com/office/drawing/2014/main" id="{805B51BD-029F-4EFC-B5C0-EA397A6E5EFB}"/>
              </a:ext>
            </a:extLst>
          </p:cNvPr>
          <p:cNvSpPr>
            <a:spLocks xmlns:a="http://schemas.openxmlformats.org/drawingml/2006/main" noGrp="1"/>
          </p:cNvSpPr>
          <p:nvPr/>
        </p:nvSpPr>
        <p:spPr>
          <a:xfrm xmlns:a="http://schemas.openxmlformats.org/drawingml/2006/main">
            <a:off x="704850" y="4981575"/>
            <a:ext cx="10648950" cy="666750"/>
          </a:xfrm>
          <a:prstGeom xmlns:a="http://schemas.openxmlformats.org/drawingml/2006/main" prst="roundRect">
            <a:avLst>
              <a:gd name="adj" fmla="val 14286"/>
            </a:avLst>
          </a:prstGeom>
          <a:solidFill xmlns:a="http://schemas.openxmlformats.org/drawingml/2006/main">
            <a:srgbClr val="F4F0D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3E633E5-3CB7-4501-9F4E-FBE1741796F9}"/>
              </a:ext>
            </a:extLst>
          </p:cNvPr>
          <p:cNvSpPr>
            <a:spLocks xmlns:a="http://schemas.openxmlformats.org/drawingml/2006/main" noGrp="1"/>
          </p:cNvSpPr>
          <p:nvPr/>
        </p:nvSpPr>
        <p:spPr>
          <a:xfrm xmlns:a="http://schemas.openxmlformats.org/drawingml/2006/main">
            <a:off x="885825" y="5143500"/>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C403C"/>
                </a:solidFill>
                <a:latin typeface="Segoe UI"/>
                <a:ea typeface="Segoe UI"/>
                <a:cs typeface="Segoe UI"/>
              </a:defRPr>
            </a:defPPr>
            <a:lvl1pPr algn="l">
              <a:buNone/>
              <a:defRPr sz="1650" b="1">
                <a:solidFill>
                  <a:srgbClr val="0C403C"/>
                </a:solidFill>
                <a:latin typeface="Segoe UI"/>
                <a:ea typeface="Segoe UI"/>
                <a:cs typeface="Segoe UI"/>
              </a:defRPr>
            </a:lvl1pPr>
            <a:lvl2pPr algn="l">
              <a:buNone/>
              <a:defRPr sz="1650" b="1">
                <a:solidFill>
                  <a:srgbClr val="0C403C"/>
                </a:solidFill>
                <a:latin typeface="Segoe UI"/>
                <a:ea typeface="Segoe UI"/>
                <a:cs typeface="Segoe UI"/>
              </a:defRPr>
            </a:lvl2pPr>
            <a:lvl3pPr algn="l">
              <a:buNone/>
              <a:defRPr sz="1650" b="1">
                <a:solidFill>
                  <a:srgbClr val="0C403C"/>
                </a:solidFill>
                <a:latin typeface="Segoe UI"/>
                <a:ea typeface="Segoe UI"/>
                <a:cs typeface="Segoe UI"/>
              </a:defRPr>
            </a:lvl3pPr>
            <a:lvl4pPr algn="l">
              <a:buNone/>
              <a:defRPr sz="1650" b="1">
                <a:solidFill>
                  <a:srgbClr val="0C403C"/>
                </a:solidFill>
                <a:latin typeface="Segoe UI"/>
                <a:ea typeface="Segoe UI"/>
                <a:cs typeface="Segoe UI"/>
              </a:defRPr>
            </a:lvl4pPr>
            <a:lvl5pPr algn="l">
              <a:buNone/>
              <a:defRPr sz="1650" b="1">
                <a:solidFill>
                  <a:srgbClr val="0C403C"/>
                </a:solidFill>
                <a:latin typeface="Segoe UI"/>
                <a:ea typeface="Segoe UI"/>
                <a:cs typeface="Segoe UI"/>
              </a:defRPr>
            </a:lvl5pPr>
            <a:lvl6pPr algn="l">
              <a:buNone/>
              <a:defRPr sz="1650" b="1">
                <a:solidFill>
                  <a:srgbClr val="0C403C"/>
                </a:solidFill>
                <a:latin typeface="Segoe UI"/>
                <a:ea typeface="Segoe UI"/>
                <a:cs typeface="Segoe UI"/>
              </a:defRPr>
            </a:lvl6pPr>
            <a:lvl7pPr algn="l">
              <a:buNone/>
              <a:defRPr sz="1650" b="1">
                <a:solidFill>
                  <a:srgbClr val="0C403C"/>
                </a:solidFill>
                <a:latin typeface="Segoe UI"/>
                <a:ea typeface="Segoe UI"/>
                <a:cs typeface="Segoe UI"/>
              </a:defRPr>
            </a:lvl7pPr>
            <a:lvl8pPr algn="l">
              <a:buNone/>
              <a:defRPr sz="1650" b="1">
                <a:solidFill>
                  <a:srgbClr val="0C403C"/>
                </a:solidFill>
                <a:latin typeface="Segoe UI"/>
                <a:ea typeface="Segoe UI"/>
                <a:cs typeface="Segoe UI"/>
              </a:defRPr>
            </a:lvl8pPr>
            <a:lvl9pPr algn="l">
              <a:buNone/>
              <a:defRPr sz="1650" b="1">
                <a:solidFill>
                  <a:srgbClr val="0C403C"/>
                </a:solidFill>
                <a:latin typeface="Segoe UI"/>
                <a:ea typeface="Segoe UI"/>
                <a:cs typeface="Segoe UI"/>
              </a:defRPr>
            </a:lvl9pPr>
          </a:lstStyle>
          <a:p xmlns:a="http://schemas.openxmlformats.org/drawingml/2006/main">
            <a:pPr algn="l">
              <a:lnSpc>
                <a:spcPct val="108000"/>
              </a:lnSpc>
              <a:buNone/>
              <a:defRPr sz="1650" b="1">
                <a:solidFill>
                  <a:srgbClr val="0C403C"/>
                </a:solidFill>
                <a:latin typeface="Segoe UI"/>
                <a:ea typeface="Segoe UI"/>
                <a:cs typeface="Segoe UI"/>
              </a:defRPr>
            </a:pPr>
            <a:r>
              <a:rPr sz="1650" b="1">
                <a:solidFill>
                  <a:srgbClr val="0C403C"/>
                </a:solidFill>
                <a:latin typeface="Segoe UI"/>
                <a:ea typeface="Segoe UI"/>
                <a:cs typeface="Segoe UI"/>
              </a:rPr>
              <a:t>Alias đã ở main; bộ lọc và màn quản trị Alias ở nhánh Tuấn.</a:t>
            </a:r>
          </a:p>
        </p:txBody>
      </p:sp>
    </p:spTree>
    <p:extLst>
      <p:ext uri="{BB962C8B-B14F-4D97-AF65-F5344CB8AC3E}">
        <p14:creationId xmlns:p14="http://schemas.microsoft.com/office/powerpoint/2010/main" val="1156163918"/>
      </p:ext>
    </p:extLst>
  </p:cSld>
</p:sld>
</file>

<file path=ppt/slides/slide1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43AE021-35E6-42D5-8F7C-D490BB71DC3F}"/>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PHASE 7 · ĐANG TÍCH HỢP</a:t>
            </a:r>
          </a:p>
        </p:txBody>
      </p:sp>
      <p:sp>
        <p:nvSpPr>
          <p:cNvPr id="2" name="">
            <a:extLst xmlns:a="http://schemas.openxmlformats.org/drawingml/2006/main">
              <a:ext uri="{FF2B5EF4-FFF2-40B4-BE49-F238E27FC236}">
                <a16:creationId xmlns:a16="http://schemas.microsoft.com/office/drawing/2014/main" id="{5C469A39-DA3A-4AD6-BBC4-29F79486A71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Đề xuất bổ sung sách</a:t>
            </a:r>
          </a:p>
        </p:txBody>
      </p:sp>
      <p:sp>
        <p:nvSpPr>
          <p:cNvPr id="3" name="">
            <a:extLst xmlns:a="http://schemas.openxmlformats.org/drawingml/2006/main">
              <a:ext uri="{FF2B5EF4-FFF2-40B4-BE49-F238E27FC236}">
                <a16:creationId xmlns:a16="http://schemas.microsoft.com/office/drawing/2014/main" id="{4F51A009-6050-4584-AD8D-899A603BD255}"/>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8D9BE206-4A5E-48BD-8795-8B38C34A3934}"/>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35D1BCED-8D01-4131-9F46-2B42D1D70558}"/>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11</a:t>
            </a:r>
          </a:p>
        </p:txBody>
      </p:sp>
      <p:sp>
        <p:nvSpPr>
          <p:cNvPr id="6" name="">
            <a:extLst xmlns:a="http://schemas.openxmlformats.org/drawingml/2006/main">
              <a:ext uri="{FF2B5EF4-FFF2-40B4-BE49-F238E27FC236}">
                <a16:creationId xmlns:a16="http://schemas.microsoft.com/office/drawing/2014/main" id="{AF780F65-0D89-45DF-9B23-5CC854FBD4FC}"/>
              </a:ext>
            </a:extLst>
          </p:cNvPr>
          <p:cNvSpPr>
            <a:spLocks xmlns:a="http://schemas.openxmlformats.org/drawingml/2006/main" noGrp="1"/>
          </p:cNvSpPr>
          <p:nvPr/>
        </p:nvSpPr>
        <p:spPr>
          <a:xfrm xmlns:a="http://schemas.openxmlformats.org/drawingml/2006/main">
            <a:off x="695325" y="2295525"/>
            <a:ext cx="2381250" cy="685800"/>
          </a:xfrm>
          <a:prstGeom xmlns:a="http://schemas.openxmlformats.org/drawingml/2006/main" prst="roundRect">
            <a:avLst>
              <a:gd name="adj" fmla="val 16667"/>
            </a:avLst>
          </a:prstGeom>
          <a:solidFill xmlns:a="http://schemas.openxmlformats.org/drawingml/2006/main">
            <a:srgbClr val="F4F0DF"/>
          </a:solidFill>
          <a:ln xmlns:a="http://schemas.openxmlformats.org/drawingml/2006/main" w="9525">
            <a:solidFill>
              <a:srgbClr val="D7E3DD"/>
            </a:solidFill>
            <a:prstDash val="solid"/>
          </a:ln>
        </p:spPr>
      </p:sp>
      <p:sp>
        <p:nvSpPr>
          <p:cNvPr id="7" name="">
            <a:extLst xmlns:a="http://schemas.openxmlformats.org/drawingml/2006/main">
              <a:ext uri="{FF2B5EF4-FFF2-40B4-BE49-F238E27FC236}">
                <a16:creationId xmlns:a16="http://schemas.microsoft.com/office/drawing/2014/main" id="{353250F3-1C84-4075-97BA-F31868DA99F4}"/>
              </a:ext>
            </a:extLst>
          </p:cNvPr>
          <p:cNvSpPr>
            <a:spLocks xmlns:a="http://schemas.openxmlformats.org/drawingml/2006/main" noGrp="1"/>
          </p:cNvSpPr>
          <p:nvPr/>
        </p:nvSpPr>
        <p:spPr>
          <a:xfrm xmlns:a="http://schemas.openxmlformats.org/drawingml/2006/main">
            <a:off x="828675"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Dữ liệu nhu cầu</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từ Core</a:t>
            </a:r>
          </a:p>
        </p:txBody>
      </p:sp>
      <p:sp>
        <p:nvSpPr>
          <p:cNvPr id="8" name="">
            <a:extLst xmlns:a="http://schemas.openxmlformats.org/drawingml/2006/main">
              <a:ext uri="{FF2B5EF4-FFF2-40B4-BE49-F238E27FC236}">
                <a16:creationId xmlns:a16="http://schemas.microsoft.com/office/drawing/2014/main" id="{BCAA64F4-B173-4E0B-9EEC-8BAB4784909F}"/>
              </a:ext>
            </a:extLst>
          </p:cNvPr>
          <p:cNvSpPr>
            <a:spLocks xmlns:a="http://schemas.openxmlformats.org/drawingml/2006/main" noGrp="1"/>
          </p:cNvSpPr>
          <p:nvPr/>
        </p:nvSpPr>
        <p:spPr>
          <a:xfrm xmlns:a="http://schemas.openxmlformats.org/drawingml/2006/main">
            <a:off x="3657600" y="2295525"/>
            <a:ext cx="2381250" cy="685800"/>
          </a:xfrm>
          <a:prstGeom xmlns:a="http://schemas.openxmlformats.org/drawingml/2006/main" prst="roundRect">
            <a:avLst>
              <a:gd name="adj" fmla="val 16667"/>
            </a:avLst>
          </a:prstGeom>
          <a:solidFill xmlns:a="http://schemas.openxmlformats.org/drawingml/2006/main">
            <a:srgbClr val="DDF4EB"/>
          </a:solidFill>
          <a:ln xmlns:a="http://schemas.openxmlformats.org/drawingml/2006/main" w="9525">
            <a:solidFill>
              <a:srgbClr val="0F766E"/>
            </a:solidFill>
            <a:prstDash val="solid"/>
          </a:ln>
        </p:spPr>
      </p:sp>
      <p:sp>
        <p:nvSpPr>
          <p:cNvPr id="9" name="">
            <a:extLst xmlns:a="http://schemas.openxmlformats.org/drawingml/2006/main">
              <a:ext uri="{FF2B5EF4-FFF2-40B4-BE49-F238E27FC236}">
                <a16:creationId xmlns:a16="http://schemas.microsoft.com/office/drawing/2014/main" id="{F36A6439-649E-40BB-BCBB-D74B255C9F53}"/>
              </a:ext>
            </a:extLst>
          </p:cNvPr>
          <p:cNvSpPr>
            <a:spLocks xmlns:a="http://schemas.openxmlformats.org/drawingml/2006/main" noGrp="1"/>
          </p:cNvSpPr>
          <p:nvPr/>
        </p:nvSpPr>
        <p:spPr>
          <a:xfrm xmlns:a="http://schemas.openxmlformats.org/drawingml/2006/main">
            <a:off x="37909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018"/>
          </a:bodyPr>
          <a:lstStyle xmlns:a="http://schemas.openxmlformats.org/drawingml/2006/main">
            <a:defPPr algn="ctr">
              <a:defRPr sz="1500" b="1">
                <a:solidFill>
                  <a:srgbClr val="17211F"/>
                </a:solidFill>
                <a:latin typeface="Segoe UI"/>
                <a:ea typeface="Segoe UI"/>
                <a:cs typeface="Segoe UI"/>
              </a:defRPr>
            </a:defPPr>
            <a:lvl1pPr algn="ctr">
              <a:buNone/>
              <a:defRPr sz="1500" b="1">
                <a:solidFill>
                  <a:srgbClr val="17211F"/>
                </a:solidFill>
                <a:latin typeface="Segoe UI"/>
                <a:ea typeface="Segoe UI"/>
                <a:cs typeface="Segoe UI"/>
              </a:defRPr>
            </a:lvl1pPr>
            <a:lvl2pPr algn="ctr">
              <a:buNone/>
              <a:defRPr sz="1500" b="1">
                <a:solidFill>
                  <a:srgbClr val="17211F"/>
                </a:solidFill>
                <a:latin typeface="Segoe UI"/>
                <a:ea typeface="Segoe UI"/>
                <a:cs typeface="Segoe UI"/>
              </a:defRPr>
            </a:lvl2pPr>
            <a:lvl3pPr algn="ctr">
              <a:buNone/>
              <a:defRPr sz="1500" b="1">
                <a:solidFill>
                  <a:srgbClr val="17211F"/>
                </a:solidFill>
                <a:latin typeface="Segoe UI"/>
                <a:ea typeface="Segoe UI"/>
                <a:cs typeface="Segoe UI"/>
              </a:defRPr>
            </a:lvl3pPr>
            <a:lvl4pPr algn="ctr">
              <a:buNone/>
              <a:defRPr sz="1500" b="1">
                <a:solidFill>
                  <a:srgbClr val="17211F"/>
                </a:solidFill>
                <a:latin typeface="Segoe UI"/>
                <a:ea typeface="Segoe UI"/>
                <a:cs typeface="Segoe UI"/>
              </a:defRPr>
            </a:lvl4pPr>
            <a:lvl5pPr algn="ctr">
              <a:buNone/>
              <a:defRPr sz="1500" b="1">
                <a:solidFill>
                  <a:srgbClr val="17211F"/>
                </a:solidFill>
                <a:latin typeface="Segoe UI"/>
                <a:ea typeface="Segoe UI"/>
                <a:cs typeface="Segoe UI"/>
              </a:defRPr>
            </a:lvl5pPr>
            <a:lvl6pPr algn="ctr">
              <a:buNone/>
              <a:defRPr sz="1500" b="1">
                <a:solidFill>
                  <a:srgbClr val="17211F"/>
                </a:solidFill>
                <a:latin typeface="Segoe UI"/>
                <a:ea typeface="Segoe UI"/>
                <a:cs typeface="Segoe UI"/>
              </a:defRPr>
            </a:lvl6pPr>
            <a:lvl7pPr algn="ctr">
              <a:buNone/>
              <a:defRPr sz="1500" b="1">
                <a:solidFill>
                  <a:srgbClr val="17211F"/>
                </a:solidFill>
                <a:latin typeface="Segoe UI"/>
                <a:ea typeface="Segoe UI"/>
                <a:cs typeface="Segoe UI"/>
              </a:defRPr>
            </a:lvl7pPr>
            <a:lvl8pPr algn="ctr">
              <a:buNone/>
              <a:defRPr sz="1500" b="1">
                <a:solidFill>
                  <a:srgbClr val="17211F"/>
                </a:solidFill>
                <a:latin typeface="Segoe UI"/>
                <a:ea typeface="Segoe UI"/>
                <a:cs typeface="Segoe UI"/>
              </a:defRPr>
            </a:lvl8pPr>
            <a:lvl9pPr algn="ctr">
              <a:buNone/>
              <a:defRPr sz="1500" b="1">
                <a:solidFill>
                  <a:srgbClr val="17211F"/>
                </a:solidFill>
                <a:latin typeface="Segoe UI"/>
                <a:ea typeface="Segoe UI"/>
                <a:cs typeface="Segoe UI"/>
              </a:defRPr>
            </a:lvl9pPr>
          </a:lstStyle>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Chấm điểm và</a:t>
            </a:r>
          </a:p>
          <a:p xmlns:a="http://schemas.openxmlformats.org/drawingml/2006/main">
            <a:pPr algn="ctr">
              <a:lnSpc>
                <a:spcPct val="108000"/>
              </a:lnSpc>
              <a:buNone/>
              <a:defRPr sz="1500" b="1">
                <a:solidFill>
                  <a:srgbClr val="17211F"/>
                </a:solidFill>
                <a:latin typeface="Segoe UI"/>
                <a:ea typeface="Segoe UI"/>
                <a:cs typeface="Segoe UI"/>
              </a:defRPr>
            </a:pPr>
            <a:r>
              <a:rPr sz="1500" b="1">
                <a:solidFill>
                  <a:srgbClr val="17211F"/>
                </a:solidFill>
                <a:latin typeface="Segoe UI"/>
                <a:ea typeface="Segoe UI"/>
                <a:cs typeface="Segoe UI"/>
              </a:rPr>
              <a:t>giải thích</a:t>
            </a:r>
          </a:p>
        </p:txBody>
      </p:sp>
      <p:sp>
        <p:nvSpPr>
          <p:cNvPr id="10" name="">
            <a:extLst xmlns:a="http://schemas.openxmlformats.org/drawingml/2006/main">
              <a:ext uri="{FF2B5EF4-FFF2-40B4-BE49-F238E27FC236}">
                <a16:creationId xmlns:a16="http://schemas.microsoft.com/office/drawing/2014/main" id="{A260AAC6-3D1A-4D41-999D-F9DB3FE2921D}"/>
              </a:ext>
            </a:extLst>
          </p:cNvPr>
          <p:cNvSpPr>
            <a:spLocks xmlns:a="http://schemas.openxmlformats.org/drawingml/2006/main" noGrp="1"/>
          </p:cNvSpPr>
          <p:nvPr/>
        </p:nvSpPr>
        <p:spPr>
          <a:xfrm xmlns:a="http://schemas.openxmlformats.org/drawingml/2006/main">
            <a:off x="6619875" y="2295525"/>
            <a:ext cx="190500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1" name="">
            <a:extLst xmlns:a="http://schemas.openxmlformats.org/drawingml/2006/main">
              <a:ext uri="{FF2B5EF4-FFF2-40B4-BE49-F238E27FC236}">
                <a16:creationId xmlns:a16="http://schemas.microsoft.com/office/drawing/2014/main" id="{09A212E8-A530-499C-A4EF-C4A6C4913A7A}"/>
              </a:ext>
            </a:extLst>
          </p:cNvPr>
          <p:cNvSpPr>
            <a:spLocks xmlns:a="http://schemas.openxmlformats.org/drawingml/2006/main" noGrp="1"/>
          </p:cNvSpPr>
          <p:nvPr/>
        </p:nvSpPr>
        <p:spPr>
          <a:xfrm xmlns:a="http://schemas.openxmlformats.org/drawingml/2006/main">
            <a:off x="6753225" y="2438400"/>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7211F"/>
                </a:solidFill>
                <a:latin typeface="Segoe UI"/>
                <a:ea typeface="Segoe UI"/>
                <a:cs typeface="Segoe UI"/>
              </a:defRPr>
            </a:defPPr>
            <a:lvl1pPr algn="ctr">
              <a:buNone/>
              <a:defRPr sz="1575" b="1">
                <a:solidFill>
                  <a:srgbClr val="17211F"/>
                </a:solidFill>
                <a:latin typeface="Segoe UI"/>
                <a:ea typeface="Segoe UI"/>
                <a:cs typeface="Segoe UI"/>
              </a:defRPr>
            </a:lvl1pPr>
            <a:lvl2pPr algn="ctr">
              <a:buNone/>
              <a:defRPr sz="1575" b="1">
                <a:solidFill>
                  <a:srgbClr val="17211F"/>
                </a:solidFill>
                <a:latin typeface="Segoe UI"/>
                <a:ea typeface="Segoe UI"/>
                <a:cs typeface="Segoe UI"/>
              </a:defRPr>
            </a:lvl2pPr>
            <a:lvl3pPr algn="ctr">
              <a:buNone/>
              <a:defRPr sz="1575" b="1">
                <a:solidFill>
                  <a:srgbClr val="17211F"/>
                </a:solidFill>
                <a:latin typeface="Segoe UI"/>
                <a:ea typeface="Segoe UI"/>
                <a:cs typeface="Segoe UI"/>
              </a:defRPr>
            </a:lvl3pPr>
            <a:lvl4pPr algn="ctr">
              <a:buNone/>
              <a:defRPr sz="1575" b="1">
                <a:solidFill>
                  <a:srgbClr val="17211F"/>
                </a:solidFill>
                <a:latin typeface="Segoe UI"/>
                <a:ea typeface="Segoe UI"/>
                <a:cs typeface="Segoe UI"/>
              </a:defRPr>
            </a:lvl4pPr>
            <a:lvl5pPr algn="ctr">
              <a:buNone/>
              <a:defRPr sz="1575" b="1">
                <a:solidFill>
                  <a:srgbClr val="17211F"/>
                </a:solidFill>
                <a:latin typeface="Segoe UI"/>
                <a:ea typeface="Segoe UI"/>
                <a:cs typeface="Segoe UI"/>
              </a:defRPr>
            </a:lvl5pPr>
            <a:lvl6pPr algn="ctr">
              <a:buNone/>
              <a:defRPr sz="1575" b="1">
                <a:solidFill>
                  <a:srgbClr val="17211F"/>
                </a:solidFill>
                <a:latin typeface="Segoe UI"/>
                <a:ea typeface="Segoe UI"/>
                <a:cs typeface="Segoe UI"/>
              </a:defRPr>
            </a:lvl6pPr>
            <a:lvl7pPr algn="ctr">
              <a:buNone/>
              <a:defRPr sz="1575" b="1">
                <a:solidFill>
                  <a:srgbClr val="17211F"/>
                </a:solidFill>
                <a:latin typeface="Segoe UI"/>
                <a:ea typeface="Segoe UI"/>
                <a:cs typeface="Segoe UI"/>
              </a:defRPr>
            </a:lvl7pPr>
            <a:lvl8pPr algn="ctr">
              <a:buNone/>
              <a:defRPr sz="1575" b="1">
                <a:solidFill>
                  <a:srgbClr val="17211F"/>
                </a:solidFill>
                <a:latin typeface="Segoe UI"/>
                <a:ea typeface="Segoe UI"/>
                <a:cs typeface="Segoe UI"/>
              </a:defRPr>
            </a:lvl8pPr>
            <a:lvl9pPr algn="ctr">
              <a:buNone/>
              <a:defRPr sz="1575" b="1">
                <a:solidFill>
                  <a:srgbClr val="17211F"/>
                </a:solidFill>
                <a:latin typeface="Segoe UI"/>
                <a:ea typeface="Segoe UI"/>
                <a:cs typeface="Segoe UI"/>
              </a:defRPr>
            </a:lvl9pPr>
          </a:lstStyle>
          <a:p xmlns:a="http://schemas.openxmlformats.org/drawingml/2006/main">
            <a:pPr algn="ctr">
              <a:lnSpc>
                <a:spcPct val="108000"/>
              </a:lnSpc>
              <a:buNone/>
              <a:defRPr sz="1575" b="1">
                <a:solidFill>
                  <a:srgbClr val="17211F"/>
                </a:solidFill>
                <a:latin typeface="Segoe UI"/>
                <a:ea typeface="Segoe UI"/>
                <a:cs typeface="Segoe UI"/>
              </a:defRPr>
            </a:pPr>
            <a:r>
              <a:rPr sz="1575" b="1">
                <a:solidFill>
                  <a:srgbClr val="17211F"/>
                </a:solidFill>
                <a:latin typeface="Segoe UI"/>
                <a:ea typeface="Segoe UI"/>
                <a:cs typeface="Segoe UI"/>
              </a:rPr>
              <a:t>Lưu DRAFT</a:t>
            </a:r>
          </a:p>
        </p:txBody>
      </p:sp>
      <p:sp>
        <p:nvSpPr>
          <p:cNvPr id="12" name="">
            <a:extLst xmlns:a="http://schemas.openxmlformats.org/drawingml/2006/main">
              <a:ext uri="{FF2B5EF4-FFF2-40B4-BE49-F238E27FC236}">
                <a16:creationId xmlns:a16="http://schemas.microsoft.com/office/drawing/2014/main" id="{2AA9B953-F088-420C-A5B2-4577B70A5028}"/>
              </a:ext>
            </a:extLst>
          </p:cNvPr>
          <p:cNvSpPr>
            <a:spLocks xmlns:a="http://schemas.openxmlformats.org/drawingml/2006/main" noGrp="1"/>
          </p:cNvSpPr>
          <p:nvPr/>
        </p:nvSpPr>
        <p:spPr>
          <a:xfrm xmlns:a="http://schemas.openxmlformats.org/drawingml/2006/main">
            <a:off x="9067800" y="2295525"/>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7E3DD"/>
            </a:solidFill>
            <a:prstDash val="solid"/>
          </a:ln>
        </p:spPr>
      </p:sp>
      <p:sp>
        <p:nvSpPr>
          <p:cNvPr id="13" name="">
            <a:extLst xmlns:a="http://schemas.openxmlformats.org/drawingml/2006/main">
              <a:ext uri="{FF2B5EF4-FFF2-40B4-BE49-F238E27FC236}">
                <a16:creationId xmlns:a16="http://schemas.microsoft.com/office/drawing/2014/main" id="{64303462-4CEF-4859-BE26-194BC9D48E1A}"/>
              </a:ext>
            </a:extLst>
          </p:cNvPr>
          <p:cNvSpPr>
            <a:spLocks xmlns:a="http://schemas.openxmlformats.org/drawingml/2006/main" noGrp="1"/>
          </p:cNvSpPr>
          <p:nvPr/>
        </p:nvSpPr>
        <p:spPr>
          <a:xfrm xmlns:a="http://schemas.openxmlformats.org/drawingml/2006/main">
            <a:off x="9201150" y="243840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5283"/>
          </a:bodyPr>
          <a:lstStyle xmlns:a="http://schemas.openxmlformats.org/drawingml/2006/main">
            <a:defPPr algn="ctr">
              <a:defRPr sz="1425" b="1">
                <a:solidFill>
                  <a:srgbClr val="17211F"/>
                </a:solidFill>
                <a:latin typeface="Segoe UI"/>
                <a:ea typeface="Segoe UI"/>
                <a:cs typeface="Segoe UI"/>
              </a:defRPr>
            </a:defPPr>
            <a:lvl1pPr algn="ctr">
              <a:buNone/>
              <a:defRPr sz="1425" b="1">
                <a:solidFill>
                  <a:srgbClr val="17211F"/>
                </a:solidFill>
                <a:latin typeface="Segoe UI"/>
                <a:ea typeface="Segoe UI"/>
                <a:cs typeface="Segoe UI"/>
              </a:defRPr>
            </a:lvl1pPr>
            <a:lvl2pPr algn="ctr">
              <a:buNone/>
              <a:defRPr sz="1425" b="1">
                <a:solidFill>
                  <a:srgbClr val="17211F"/>
                </a:solidFill>
                <a:latin typeface="Segoe UI"/>
                <a:ea typeface="Segoe UI"/>
                <a:cs typeface="Segoe UI"/>
              </a:defRPr>
            </a:lvl2pPr>
            <a:lvl3pPr algn="ctr">
              <a:buNone/>
              <a:defRPr sz="1425" b="1">
                <a:solidFill>
                  <a:srgbClr val="17211F"/>
                </a:solidFill>
                <a:latin typeface="Segoe UI"/>
                <a:ea typeface="Segoe UI"/>
                <a:cs typeface="Segoe UI"/>
              </a:defRPr>
            </a:lvl3pPr>
            <a:lvl4pPr algn="ctr">
              <a:buNone/>
              <a:defRPr sz="1425" b="1">
                <a:solidFill>
                  <a:srgbClr val="17211F"/>
                </a:solidFill>
                <a:latin typeface="Segoe UI"/>
                <a:ea typeface="Segoe UI"/>
                <a:cs typeface="Segoe UI"/>
              </a:defRPr>
            </a:lvl4pPr>
            <a:lvl5pPr algn="ctr">
              <a:buNone/>
              <a:defRPr sz="1425" b="1">
                <a:solidFill>
                  <a:srgbClr val="17211F"/>
                </a:solidFill>
                <a:latin typeface="Segoe UI"/>
                <a:ea typeface="Segoe UI"/>
                <a:cs typeface="Segoe UI"/>
              </a:defRPr>
            </a:lvl5pPr>
            <a:lvl6pPr algn="ctr">
              <a:buNone/>
              <a:defRPr sz="1425" b="1">
                <a:solidFill>
                  <a:srgbClr val="17211F"/>
                </a:solidFill>
                <a:latin typeface="Segoe UI"/>
                <a:ea typeface="Segoe UI"/>
                <a:cs typeface="Segoe UI"/>
              </a:defRPr>
            </a:lvl6pPr>
            <a:lvl7pPr algn="ctr">
              <a:buNone/>
              <a:defRPr sz="1425" b="1">
                <a:solidFill>
                  <a:srgbClr val="17211F"/>
                </a:solidFill>
                <a:latin typeface="Segoe UI"/>
                <a:ea typeface="Segoe UI"/>
                <a:cs typeface="Segoe UI"/>
              </a:defRPr>
            </a:lvl7pPr>
            <a:lvl8pPr algn="ctr">
              <a:buNone/>
              <a:defRPr sz="1425" b="1">
                <a:solidFill>
                  <a:srgbClr val="17211F"/>
                </a:solidFill>
                <a:latin typeface="Segoe UI"/>
                <a:ea typeface="Segoe UI"/>
                <a:cs typeface="Segoe UI"/>
              </a:defRPr>
            </a:lvl8pPr>
            <a:lvl9pPr algn="ctr">
              <a:buNone/>
              <a:defRPr sz="1425" b="1">
                <a:solidFill>
                  <a:srgbClr val="17211F"/>
                </a:solidFill>
                <a:latin typeface="Segoe UI"/>
                <a:ea typeface="Segoe UI"/>
                <a:cs typeface="Segoe UI"/>
              </a:defRPr>
            </a:lvl9pPr>
          </a:lstStyle>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Nhân viên</a:t>
            </a:r>
          </a:p>
          <a:p xmlns:a="http://schemas.openxmlformats.org/drawingml/2006/main">
            <a:pPr algn="ctr">
              <a:lnSpc>
                <a:spcPct val="108000"/>
              </a:lnSpc>
              <a:buNone/>
              <a:defRPr sz="1425" b="1">
                <a:solidFill>
                  <a:srgbClr val="17211F"/>
                </a:solidFill>
                <a:latin typeface="Segoe UI"/>
                <a:ea typeface="Segoe UI"/>
                <a:cs typeface="Segoe UI"/>
              </a:defRPr>
            </a:pPr>
            <a:r>
              <a:rPr sz="1425" b="1">
                <a:solidFill>
                  <a:srgbClr val="17211F"/>
                </a:solidFill>
                <a:latin typeface="Segoe UI"/>
                <a:ea typeface="Segoe UI"/>
                <a:cs typeface="Segoe UI"/>
              </a:rPr>
              <a:t>duyệt / từ chối</a:t>
            </a:r>
          </a:p>
        </p:txBody>
      </p:sp>
      <p:sp>
        <p:nvSpPr>
          <p:cNvPr id="14" name="">
            <a:extLst xmlns:a="http://schemas.openxmlformats.org/drawingml/2006/main">
              <a:ext uri="{FF2B5EF4-FFF2-40B4-BE49-F238E27FC236}">
                <a16:creationId xmlns:a16="http://schemas.microsoft.com/office/drawing/2014/main" id="{F6EE1142-2B70-48F0-8BAD-EABBA9F1E1BD}"/>
              </a:ext>
            </a:extLst>
          </p:cNvPr>
          <p:cNvSpPr>
            <a:spLocks xmlns:a="http://schemas.openxmlformats.org/drawingml/2006/main" noGrp="1"/>
          </p:cNvSpPr>
          <p:nvPr/>
        </p:nvSpPr>
        <p:spPr>
          <a:xfrm xmlns:a="http://schemas.openxmlformats.org/drawingml/2006/main">
            <a:off x="3076575"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5" name="">
            <a:extLst xmlns:a="http://schemas.openxmlformats.org/drawingml/2006/main">
              <a:ext uri="{FF2B5EF4-FFF2-40B4-BE49-F238E27FC236}">
                <a16:creationId xmlns:a16="http://schemas.microsoft.com/office/drawing/2014/main" id="{B504A233-DAED-4283-9D25-4F10A1AF0534}"/>
              </a:ext>
            </a:extLst>
          </p:cNvPr>
          <p:cNvSpPr>
            <a:spLocks xmlns:a="http://schemas.openxmlformats.org/drawingml/2006/main" noGrp="1"/>
          </p:cNvSpPr>
          <p:nvPr/>
        </p:nvSpPr>
        <p:spPr>
          <a:xfrm xmlns:a="http://schemas.openxmlformats.org/drawingml/2006/main">
            <a:off x="6038850" y="2638425"/>
            <a:ext cx="5810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6" name="">
            <a:extLst xmlns:a="http://schemas.openxmlformats.org/drawingml/2006/main">
              <a:ext uri="{FF2B5EF4-FFF2-40B4-BE49-F238E27FC236}">
                <a16:creationId xmlns:a16="http://schemas.microsoft.com/office/drawing/2014/main" id="{6039BCF8-1339-427B-866C-00FADB2DCF3A}"/>
              </a:ext>
            </a:extLst>
          </p:cNvPr>
          <p:cNvSpPr>
            <a:spLocks xmlns:a="http://schemas.openxmlformats.org/drawingml/2006/main" noGrp="1"/>
          </p:cNvSpPr>
          <p:nvPr/>
        </p:nvSpPr>
        <p:spPr>
          <a:xfrm xmlns:a="http://schemas.openxmlformats.org/drawingml/2006/main">
            <a:off x="8524875" y="2638425"/>
            <a:ext cx="542925" cy="0"/>
          </a:xfrm>
          <a:prstGeom xmlns:a="http://schemas.openxmlformats.org/drawingml/2006/main" prst="line">
            <a:avLst/>
          </a:prstGeom>
          <a:noFill xmlns:a="http://schemas.openxmlformats.org/drawingml/2006/main"/>
          <a:ln xmlns:a="http://schemas.openxmlformats.org/drawingml/2006/main" w="28575">
            <a:solidFill>
              <a:srgbClr val="0F766E"/>
            </a:solidFill>
            <a:prstDash val="solid"/>
          </a:ln>
        </p:spPr>
      </p:sp>
      <p:sp>
        <p:nvSpPr>
          <p:cNvPr id="17" name="">
            <a:extLst xmlns:a="http://schemas.openxmlformats.org/drawingml/2006/main">
              <a:ext uri="{FF2B5EF4-FFF2-40B4-BE49-F238E27FC236}">
                <a16:creationId xmlns:a16="http://schemas.microsoft.com/office/drawing/2014/main" id="{5FA53847-FF76-489A-B58F-48E6DD808A7A}"/>
              </a:ext>
            </a:extLst>
          </p:cNvPr>
          <p:cNvSpPr>
            <a:spLocks xmlns:a="http://schemas.openxmlformats.org/drawingml/2006/main" noGrp="1"/>
          </p:cNvSpPr>
          <p:nvPr/>
        </p:nvSpPr>
        <p:spPr>
          <a:xfrm xmlns:a="http://schemas.openxmlformats.org/drawingml/2006/main">
            <a:off x="695325" y="3914775"/>
            <a:ext cx="3905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0F766E"/>
                </a:solidFill>
                <a:latin typeface="Segoe UI"/>
                <a:ea typeface="Segoe UI"/>
                <a:cs typeface="Segoe UI"/>
              </a:defRPr>
            </a:defPPr>
            <a:lvl1pPr algn="l">
              <a:buNone/>
              <a:defRPr sz="2100" b="1">
                <a:solidFill>
                  <a:srgbClr val="0F766E"/>
                </a:solidFill>
                <a:latin typeface="Segoe UI"/>
                <a:ea typeface="Segoe UI"/>
                <a:cs typeface="Segoe UI"/>
              </a:defRPr>
            </a:lvl1pPr>
            <a:lvl2pPr algn="l">
              <a:buNone/>
              <a:defRPr sz="2100" b="1">
                <a:solidFill>
                  <a:srgbClr val="0F766E"/>
                </a:solidFill>
                <a:latin typeface="Segoe UI"/>
                <a:ea typeface="Segoe UI"/>
                <a:cs typeface="Segoe UI"/>
              </a:defRPr>
            </a:lvl2pPr>
            <a:lvl3pPr algn="l">
              <a:buNone/>
              <a:defRPr sz="2100" b="1">
                <a:solidFill>
                  <a:srgbClr val="0F766E"/>
                </a:solidFill>
                <a:latin typeface="Segoe UI"/>
                <a:ea typeface="Segoe UI"/>
                <a:cs typeface="Segoe UI"/>
              </a:defRPr>
            </a:lvl3pPr>
            <a:lvl4pPr algn="l">
              <a:buNone/>
              <a:defRPr sz="2100" b="1">
                <a:solidFill>
                  <a:srgbClr val="0F766E"/>
                </a:solidFill>
                <a:latin typeface="Segoe UI"/>
                <a:ea typeface="Segoe UI"/>
                <a:cs typeface="Segoe UI"/>
              </a:defRPr>
            </a:lvl4pPr>
            <a:lvl5pPr algn="l">
              <a:buNone/>
              <a:defRPr sz="2100" b="1">
                <a:solidFill>
                  <a:srgbClr val="0F766E"/>
                </a:solidFill>
                <a:latin typeface="Segoe UI"/>
                <a:ea typeface="Segoe UI"/>
                <a:cs typeface="Segoe UI"/>
              </a:defRPr>
            </a:lvl5pPr>
            <a:lvl6pPr algn="l">
              <a:buNone/>
              <a:defRPr sz="2100" b="1">
                <a:solidFill>
                  <a:srgbClr val="0F766E"/>
                </a:solidFill>
                <a:latin typeface="Segoe UI"/>
                <a:ea typeface="Segoe UI"/>
                <a:cs typeface="Segoe UI"/>
              </a:defRPr>
            </a:lvl6pPr>
            <a:lvl7pPr algn="l">
              <a:buNone/>
              <a:defRPr sz="2100" b="1">
                <a:solidFill>
                  <a:srgbClr val="0F766E"/>
                </a:solidFill>
                <a:latin typeface="Segoe UI"/>
                <a:ea typeface="Segoe UI"/>
                <a:cs typeface="Segoe UI"/>
              </a:defRPr>
            </a:lvl7pPr>
            <a:lvl8pPr algn="l">
              <a:buNone/>
              <a:defRPr sz="2100" b="1">
                <a:solidFill>
                  <a:srgbClr val="0F766E"/>
                </a:solidFill>
                <a:latin typeface="Segoe UI"/>
                <a:ea typeface="Segoe UI"/>
                <a:cs typeface="Segoe UI"/>
              </a:defRPr>
            </a:lvl8pPr>
            <a:lvl9pPr algn="l">
              <a:buNone/>
              <a:defRPr sz="2100" b="1">
                <a:solidFill>
                  <a:srgbClr val="0F766E"/>
                </a:solidFill>
                <a:latin typeface="Segoe UI"/>
                <a:ea typeface="Segoe UI"/>
                <a:cs typeface="Segoe UI"/>
              </a:defRPr>
            </a:lvl9pPr>
          </a:lstStyle>
          <a:p xmlns:a="http://schemas.openxmlformats.org/drawingml/2006/main">
            <a:pPr algn="l">
              <a:lnSpc>
                <a:spcPct val="108000"/>
              </a:lnSpc>
              <a:buNone/>
              <a:defRPr sz="2100" b="1">
                <a:solidFill>
                  <a:srgbClr val="0F766E"/>
                </a:solidFill>
                <a:latin typeface="Segoe UI"/>
                <a:ea typeface="Segoe UI"/>
                <a:cs typeface="Segoe UI"/>
              </a:defRPr>
            </a:pPr>
            <a:r>
              <a:rPr sz="2100" b="1">
                <a:solidFill>
                  <a:srgbClr val="0F766E"/>
                </a:solidFill>
                <a:latin typeface="Segoe UI"/>
                <a:ea typeface="Segoe UI"/>
                <a:cs typeface="Segoe UI"/>
              </a:rPr>
              <a:t>Đã có trên nhánh Tuấn</a:t>
            </a:r>
          </a:p>
        </p:txBody>
      </p:sp>
      <p:sp>
        <p:nvSpPr>
          <p:cNvPr id="18" name="">
            <a:extLst xmlns:a="http://schemas.openxmlformats.org/drawingml/2006/main">
              <a:ext uri="{FF2B5EF4-FFF2-40B4-BE49-F238E27FC236}">
                <a16:creationId xmlns:a16="http://schemas.microsoft.com/office/drawing/2014/main" id="{3EDFBFCD-9FDF-43E2-B277-6A3293E08C46}"/>
              </a:ext>
            </a:extLst>
          </p:cNvPr>
          <p:cNvSpPr>
            <a:spLocks xmlns:a="http://schemas.openxmlformats.org/drawingml/2006/main" noGrp="1"/>
          </p:cNvSpPr>
          <p:nvPr/>
        </p:nvSpPr>
        <p:spPr>
          <a:xfrm xmlns:a="http://schemas.openxmlformats.org/drawingml/2006/main">
            <a:off x="695325"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Core đọc Copy, Hold, Loan; Insight tính điểm, lưu DRAFT và xuất CSV.</a:t>
            </a:r>
          </a:p>
        </p:txBody>
      </p:sp>
      <p:sp>
        <p:nvSpPr>
          <p:cNvPr id="19" name="">
            <a:extLst xmlns:a="http://schemas.openxmlformats.org/drawingml/2006/main">
              <a:ext uri="{FF2B5EF4-FFF2-40B4-BE49-F238E27FC236}">
                <a16:creationId xmlns:a16="http://schemas.microsoft.com/office/drawing/2014/main" id="{8308EEAD-F05F-4AC2-81E2-5A8D33E91B7C}"/>
              </a:ext>
            </a:extLst>
          </p:cNvPr>
          <p:cNvSpPr>
            <a:spLocks xmlns:a="http://schemas.openxmlformats.org/drawingml/2006/main" noGrp="1"/>
          </p:cNvSpPr>
          <p:nvPr/>
        </p:nvSpPr>
        <p:spPr>
          <a:xfrm xmlns:a="http://schemas.openxmlformats.org/drawingml/2006/main">
            <a:off x="6324600" y="3914775"/>
            <a:ext cx="50006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9D5B14"/>
                </a:solidFill>
                <a:latin typeface="Segoe UI"/>
                <a:ea typeface="Segoe UI"/>
                <a:cs typeface="Segoe UI"/>
              </a:defRPr>
            </a:defPPr>
            <a:lvl1pPr algn="l">
              <a:buNone/>
              <a:defRPr sz="2100" b="1">
                <a:solidFill>
                  <a:srgbClr val="9D5B14"/>
                </a:solidFill>
                <a:latin typeface="Segoe UI"/>
                <a:ea typeface="Segoe UI"/>
                <a:cs typeface="Segoe UI"/>
              </a:defRPr>
            </a:lvl1pPr>
            <a:lvl2pPr algn="l">
              <a:buNone/>
              <a:defRPr sz="2100" b="1">
                <a:solidFill>
                  <a:srgbClr val="9D5B14"/>
                </a:solidFill>
                <a:latin typeface="Segoe UI"/>
                <a:ea typeface="Segoe UI"/>
                <a:cs typeface="Segoe UI"/>
              </a:defRPr>
            </a:lvl2pPr>
            <a:lvl3pPr algn="l">
              <a:buNone/>
              <a:defRPr sz="2100" b="1">
                <a:solidFill>
                  <a:srgbClr val="9D5B14"/>
                </a:solidFill>
                <a:latin typeface="Segoe UI"/>
                <a:ea typeface="Segoe UI"/>
                <a:cs typeface="Segoe UI"/>
              </a:defRPr>
            </a:lvl3pPr>
            <a:lvl4pPr algn="l">
              <a:buNone/>
              <a:defRPr sz="2100" b="1">
                <a:solidFill>
                  <a:srgbClr val="9D5B14"/>
                </a:solidFill>
                <a:latin typeface="Segoe UI"/>
                <a:ea typeface="Segoe UI"/>
                <a:cs typeface="Segoe UI"/>
              </a:defRPr>
            </a:lvl4pPr>
            <a:lvl5pPr algn="l">
              <a:buNone/>
              <a:defRPr sz="2100" b="1">
                <a:solidFill>
                  <a:srgbClr val="9D5B14"/>
                </a:solidFill>
                <a:latin typeface="Segoe UI"/>
                <a:ea typeface="Segoe UI"/>
                <a:cs typeface="Segoe UI"/>
              </a:defRPr>
            </a:lvl5pPr>
            <a:lvl6pPr algn="l">
              <a:buNone/>
              <a:defRPr sz="2100" b="1">
                <a:solidFill>
                  <a:srgbClr val="9D5B14"/>
                </a:solidFill>
                <a:latin typeface="Segoe UI"/>
                <a:ea typeface="Segoe UI"/>
                <a:cs typeface="Segoe UI"/>
              </a:defRPr>
            </a:lvl6pPr>
            <a:lvl7pPr algn="l">
              <a:buNone/>
              <a:defRPr sz="2100" b="1">
                <a:solidFill>
                  <a:srgbClr val="9D5B14"/>
                </a:solidFill>
                <a:latin typeface="Segoe UI"/>
                <a:ea typeface="Segoe UI"/>
                <a:cs typeface="Segoe UI"/>
              </a:defRPr>
            </a:lvl7pPr>
            <a:lvl8pPr algn="l">
              <a:buNone/>
              <a:defRPr sz="2100" b="1">
                <a:solidFill>
                  <a:srgbClr val="9D5B14"/>
                </a:solidFill>
                <a:latin typeface="Segoe UI"/>
                <a:ea typeface="Segoe UI"/>
                <a:cs typeface="Segoe UI"/>
              </a:defRPr>
            </a:lvl8pPr>
            <a:lvl9pPr algn="l">
              <a:buNone/>
              <a:defRPr sz="2100" b="1">
                <a:solidFill>
                  <a:srgbClr val="9D5B14"/>
                </a:solidFill>
                <a:latin typeface="Segoe UI"/>
                <a:ea typeface="Segoe UI"/>
                <a:cs typeface="Segoe UI"/>
              </a:defRPr>
            </a:lvl9pPr>
          </a:lstStyle>
          <a:p xmlns:a="http://schemas.openxmlformats.org/drawingml/2006/main">
            <a:pPr algn="l">
              <a:lnSpc>
                <a:spcPct val="108000"/>
              </a:lnSpc>
              <a:buNone/>
              <a:defRPr sz="2100" b="1">
                <a:solidFill>
                  <a:srgbClr val="9D5B14"/>
                </a:solidFill>
                <a:latin typeface="Segoe UI"/>
                <a:ea typeface="Segoe UI"/>
                <a:cs typeface="Segoe UI"/>
              </a:defRPr>
            </a:pPr>
            <a:r>
              <a:rPr sz="2100" b="1">
                <a:solidFill>
                  <a:srgbClr val="9D5B14"/>
                </a:solidFill>
                <a:latin typeface="Segoe UI"/>
                <a:ea typeface="Segoe UI"/>
                <a:cs typeface="Segoe UI"/>
              </a:rPr>
              <a:t>Chưa có bằng chứng đầy đủ</a:t>
            </a:r>
          </a:p>
        </p:txBody>
      </p:sp>
      <p:sp>
        <p:nvSpPr>
          <p:cNvPr id="20" name="">
            <a:extLst xmlns:a="http://schemas.openxmlformats.org/drawingml/2006/main">
              <a:ext uri="{FF2B5EF4-FFF2-40B4-BE49-F238E27FC236}">
                <a16:creationId xmlns:a16="http://schemas.microsoft.com/office/drawing/2014/main" id="{0D07E10E-BF31-459E-A2A0-1D36443F53B2}"/>
              </a:ext>
            </a:extLst>
          </p:cNvPr>
          <p:cNvSpPr>
            <a:spLocks xmlns:a="http://schemas.openxmlformats.org/drawingml/2006/main" noGrp="1"/>
          </p:cNvSpPr>
          <p:nvPr/>
        </p:nvSpPr>
        <p:spPr>
          <a:xfrm xmlns:a="http://schemas.openxmlformats.org/drawingml/2006/main">
            <a:off x="6324600" y="4438650"/>
            <a:ext cx="50101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E2E tạo đề xuất xuyên hai service; thiếu lịch sử Favorite và tìm kiếm rỗng.</a:t>
            </a:r>
          </a:p>
        </p:txBody>
      </p:sp>
    </p:spTree>
    <p:extLst>
      <p:ext uri="{BB962C8B-B14F-4D97-AF65-F5344CB8AC3E}">
        <p14:creationId xmlns:p14="http://schemas.microsoft.com/office/powerpoint/2010/main" val="1140946063"/>
      </p:ext>
    </p:extLst>
  </p:cSld>
</p:sld>
</file>

<file path=ppt/slides/slide12.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D13411E-3072-4EAE-9D05-CA996C168F19}"/>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CHẤT LƯỢNG</a:t>
            </a:r>
          </a:p>
        </p:txBody>
      </p:sp>
      <p:sp>
        <p:nvSpPr>
          <p:cNvPr id="2" name="">
            <a:extLst xmlns:a="http://schemas.openxmlformats.org/drawingml/2006/main">
              <a:ext uri="{FF2B5EF4-FFF2-40B4-BE49-F238E27FC236}">
                <a16:creationId xmlns:a16="http://schemas.microsoft.com/office/drawing/2014/main" id="{188E4977-FBA9-49F3-AD59-5DCA49506067}"/>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Bằng chứng theo từng mốc</a:t>
            </a:r>
          </a:p>
        </p:txBody>
      </p:sp>
      <p:sp>
        <p:nvSpPr>
          <p:cNvPr id="3" name="">
            <a:extLst xmlns:a="http://schemas.openxmlformats.org/drawingml/2006/main">
              <a:ext uri="{FF2B5EF4-FFF2-40B4-BE49-F238E27FC236}">
                <a16:creationId xmlns:a16="http://schemas.microsoft.com/office/drawing/2014/main" id="{9E474BE5-1964-4556-8D31-749FFC877196}"/>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A3A03F8-7054-44DA-A289-5B54743930D8}"/>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D83629D3-F6C4-48E6-9224-09A4FB1DC5BE}"/>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12</a:t>
            </a:r>
          </a:p>
        </p:txBody>
      </p:sp>
      <p:sp>
        <p:nvSpPr>
          <p:cNvPr id="6" name="">
            <a:extLst xmlns:a="http://schemas.openxmlformats.org/drawingml/2006/main">
              <a:ext uri="{FF2B5EF4-FFF2-40B4-BE49-F238E27FC236}">
                <a16:creationId xmlns:a16="http://schemas.microsoft.com/office/drawing/2014/main" id="{C9DDDFD8-B621-48C0-B331-AC62F63F1A61}"/>
              </a:ext>
            </a:extLst>
          </p:cNvPr>
          <p:cNvSpPr>
            <a:spLocks xmlns:a="http://schemas.openxmlformats.org/drawingml/2006/main" noGrp="1"/>
          </p:cNvSpPr>
          <p:nvPr/>
        </p:nvSpPr>
        <p:spPr>
          <a:xfrm xmlns:a="http://schemas.openxmlformats.org/drawingml/2006/main">
            <a:off x="695325" y="2066925"/>
            <a:ext cx="30480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0" b="1">
                <a:solidFill>
                  <a:srgbClr val="0F766E"/>
                </a:solidFill>
                <a:latin typeface="Segoe UI"/>
                <a:ea typeface="Segoe UI"/>
                <a:cs typeface="Segoe UI"/>
              </a:defRPr>
            </a:defPPr>
            <a:lvl1pPr algn="l">
              <a:buNone/>
              <a:defRPr sz="7500" b="1">
                <a:solidFill>
                  <a:srgbClr val="0F766E"/>
                </a:solidFill>
                <a:latin typeface="Segoe UI"/>
                <a:ea typeface="Segoe UI"/>
                <a:cs typeface="Segoe UI"/>
              </a:defRPr>
            </a:lvl1pPr>
            <a:lvl2pPr algn="l">
              <a:buNone/>
              <a:defRPr sz="7500" b="1">
                <a:solidFill>
                  <a:srgbClr val="0F766E"/>
                </a:solidFill>
                <a:latin typeface="Segoe UI"/>
                <a:ea typeface="Segoe UI"/>
                <a:cs typeface="Segoe UI"/>
              </a:defRPr>
            </a:lvl2pPr>
            <a:lvl3pPr algn="l">
              <a:buNone/>
              <a:defRPr sz="7500" b="1">
                <a:solidFill>
                  <a:srgbClr val="0F766E"/>
                </a:solidFill>
                <a:latin typeface="Segoe UI"/>
                <a:ea typeface="Segoe UI"/>
                <a:cs typeface="Segoe UI"/>
              </a:defRPr>
            </a:lvl3pPr>
            <a:lvl4pPr algn="l">
              <a:buNone/>
              <a:defRPr sz="7500" b="1">
                <a:solidFill>
                  <a:srgbClr val="0F766E"/>
                </a:solidFill>
                <a:latin typeface="Segoe UI"/>
                <a:ea typeface="Segoe UI"/>
                <a:cs typeface="Segoe UI"/>
              </a:defRPr>
            </a:lvl4pPr>
            <a:lvl5pPr algn="l">
              <a:buNone/>
              <a:defRPr sz="7500" b="1">
                <a:solidFill>
                  <a:srgbClr val="0F766E"/>
                </a:solidFill>
                <a:latin typeface="Segoe UI"/>
                <a:ea typeface="Segoe UI"/>
                <a:cs typeface="Segoe UI"/>
              </a:defRPr>
            </a:lvl5pPr>
            <a:lvl6pPr algn="l">
              <a:buNone/>
              <a:defRPr sz="7500" b="1">
                <a:solidFill>
                  <a:srgbClr val="0F766E"/>
                </a:solidFill>
                <a:latin typeface="Segoe UI"/>
                <a:ea typeface="Segoe UI"/>
                <a:cs typeface="Segoe UI"/>
              </a:defRPr>
            </a:lvl6pPr>
            <a:lvl7pPr algn="l">
              <a:buNone/>
              <a:defRPr sz="7500" b="1">
                <a:solidFill>
                  <a:srgbClr val="0F766E"/>
                </a:solidFill>
                <a:latin typeface="Segoe UI"/>
                <a:ea typeface="Segoe UI"/>
                <a:cs typeface="Segoe UI"/>
              </a:defRPr>
            </a:lvl7pPr>
            <a:lvl8pPr algn="l">
              <a:buNone/>
              <a:defRPr sz="7500" b="1">
                <a:solidFill>
                  <a:srgbClr val="0F766E"/>
                </a:solidFill>
                <a:latin typeface="Segoe UI"/>
                <a:ea typeface="Segoe UI"/>
                <a:cs typeface="Segoe UI"/>
              </a:defRPr>
            </a:lvl8pPr>
            <a:lvl9pPr algn="l">
              <a:buNone/>
              <a:defRPr sz="7500" b="1">
                <a:solidFill>
                  <a:srgbClr val="0F766E"/>
                </a:solidFill>
                <a:latin typeface="Segoe UI"/>
                <a:ea typeface="Segoe UI"/>
                <a:cs typeface="Segoe UI"/>
              </a:defRPr>
            </a:lvl9pPr>
          </a:lstStyle>
          <a:p xmlns:a="http://schemas.openxmlformats.org/drawingml/2006/main">
            <a:pPr algn="l">
              <a:lnSpc>
                <a:spcPct val="108000"/>
              </a:lnSpc>
              <a:buNone/>
              <a:defRPr sz="7500" b="1">
                <a:solidFill>
                  <a:srgbClr val="0F766E"/>
                </a:solidFill>
                <a:latin typeface="Segoe UI"/>
                <a:ea typeface="Segoe UI"/>
                <a:cs typeface="Segoe UI"/>
              </a:defRPr>
            </a:pPr>
            <a:r>
              <a:rPr sz="7500" b="1">
                <a:solidFill>
                  <a:srgbClr val="0F766E"/>
                </a:solidFill>
                <a:latin typeface="Segoe UI"/>
                <a:ea typeface="Segoe UI"/>
                <a:cs typeface="Segoe UI"/>
              </a:rPr>
              <a:t>5/5</a:t>
            </a:r>
          </a:p>
        </p:txBody>
      </p:sp>
      <p:sp>
        <p:nvSpPr>
          <p:cNvPr id="7" name="">
            <a:extLst xmlns:a="http://schemas.openxmlformats.org/drawingml/2006/main">
              <a:ext uri="{FF2B5EF4-FFF2-40B4-BE49-F238E27FC236}">
                <a16:creationId xmlns:a16="http://schemas.microsoft.com/office/drawing/2014/main" id="{7C832EBF-C99B-4570-A8A5-DD69C63FCACB}"/>
              </a:ext>
            </a:extLst>
          </p:cNvPr>
          <p:cNvSpPr>
            <a:spLocks xmlns:a="http://schemas.openxmlformats.org/drawingml/2006/main" noGrp="1"/>
          </p:cNvSpPr>
          <p:nvPr/>
        </p:nvSpPr>
        <p:spPr>
          <a:xfrm xmlns:a="http://schemas.openxmlformats.org/drawingml/2006/main">
            <a:off x="3743325" y="2190750"/>
            <a:ext cx="74676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211F"/>
                </a:solidFill>
                <a:latin typeface="Segoe UI"/>
                <a:ea typeface="Segoe UI"/>
                <a:cs typeface="Segoe UI"/>
              </a:defRPr>
            </a:defPPr>
            <a:lvl1pPr algn="l">
              <a:buNone/>
              <a:defRPr sz="2325" b="1">
                <a:solidFill>
                  <a:srgbClr val="17211F"/>
                </a:solidFill>
                <a:latin typeface="Segoe UI"/>
                <a:ea typeface="Segoe UI"/>
                <a:cs typeface="Segoe UI"/>
              </a:defRPr>
            </a:lvl1pPr>
            <a:lvl2pPr algn="l">
              <a:buNone/>
              <a:defRPr sz="2325" b="1">
                <a:solidFill>
                  <a:srgbClr val="17211F"/>
                </a:solidFill>
                <a:latin typeface="Segoe UI"/>
                <a:ea typeface="Segoe UI"/>
                <a:cs typeface="Segoe UI"/>
              </a:defRPr>
            </a:lvl2pPr>
            <a:lvl3pPr algn="l">
              <a:buNone/>
              <a:defRPr sz="2325" b="1">
                <a:solidFill>
                  <a:srgbClr val="17211F"/>
                </a:solidFill>
                <a:latin typeface="Segoe UI"/>
                <a:ea typeface="Segoe UI"/>
                <a:cs typeface="Segoe UI"/>
              </a:defRPr>
            </a:lvl3pPr>
            <a:lvl4pPr algn="l">
              <a:buNone/>
              <a:defRPr sz="2325" b="1">
                <a:solidFill>
                  <a:srgbClr val="17211F"/>
                </a:solidFill>
                <a:latin typeface="Segoe UI"/>
                <a:ea typeface="Segoe UI"/>
                <a:cs typeface="Segoe UI"/>
              </a:defRPr>
            </a:lvl4pPr>
            <a:lvl5pPr algn="l">
              <a:buNone/>
              <a:defRPr sz="2325" b="1">
                <a:solidFill>
                  <a:srgbClr val="17211F"/>
                </a:solidFill>
                <a:latin typeface="Segoe UI"/>
                <a:ea typeface="Segoe UI"/>
                <a:cs typeface="Segoe UI"/>
              </a:defRPr>
            </a:lvl5pPr>
            <a:lvl6pPr algn="l">
              <a:buNone/>
              <a:defRPr sz="2325" b="1">
                <a:solidFill>
                  <a:srgbClr val="17211F"/>
                </a:solidFill>
                <a:latin typeface="Segoe UI"/>
                <a:ea typeface="Segoe UI"/>
                <a:cs typeface="Segoe UI"/>
              </a:defRPr>
            </a:lvl6pPr>
            <a:lvl7pPr algn="l">
              <a:buNone/>
              <a:defRPr sz="2325" b="1">
                <a:solidFill>
                  <a:srgbClr val="17211F"/>
                </a:solidFill>
                <a:latin typeface="Segoe UI"/>
                <a:ea typeface="Segoe UI"/>
                <a:cs typeface="Segoe UI"/>
              </a:defRPr>
            </a:lvl7pPr>
            <a:lvl8pPr algn="l">
              <a:buNone/>
              <a:defRPr sz="2325" b="1">
                <a:solidFill>
                  <a:srgbClr val="17211F"/>
                </a:solidFill>
                <a:latin typeface="Segoe UI"/>
                <a:ea typeface="Segoe UI"/>
                <a:cs typeface="Segoe UI"/>
              </a:defRPr>
            </a:lvl8pPr>
            <a:lvl9pPr algn="l">
              <a:buNone/>
              <a:defRPr sz="2325" b="1">
                <a:solidFill>
                  <a:srgbClr val="17211F"/>
                </a:solidFill>
                <a:latin typeface="Segoe UI"/>
                <a:ea typeface="Segoe UI"/>
                <a:cs typeface="Segoe UI"/>
              </a:defRPr>
            </a:lvl9pPr>
          </a:lstStyle>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CI đạt tại 23166e4</a:t>
            </a:r>
          </a:p>
          <a:p xmlns:a="http://schemas.openxmlformats.org/drawingml/2006/main">
            <a:pPr algn="l">
              <a:lnSpc>
                <a:spcPct val="108000"/>
              </a:lnSpc>
              <a:buNone/>
              <a:defRPr sz="2325" b="1">
                <a:solidFill>
                  <a:srgbClr val="17211F"/>
                </a:solidFill>
                <a:latin typeface="Segoe UI"/>
                <a:ea typeface="Segoe UI"/>
                <a:cs typeface="Segoe UI"/>
              </a:defRPr>
            </a:pPr>
            <a:r>
              <a:rPr sz="2325" b="1">
                <a:solidFill>
                  <a:srgbClr val="17211F"/>
                </a:solidFill>
                <a:latin typeface="Segoe UI"/>
                <a:ea typeface="Segoe UI"/>
                <a:cs typeface="Segoe UI"/>
              </a:rPr>
              <a:t>trên nhánh DEV1</a:t>
            </a:r>
          </a:p>
        </p:txBody>
      </p:sp>
      <p:sp>
        <p:nvSpPr>
          <p:cNvPr id="8" name="">
            <a:extLst xmlns:a="http://schemas.openxmlformats.org/drawingml/2006/main">
              <a:ext uri="{FF2B5EF4-FFF2-40B4-BE49-F238E27FC236}">
                <a16:creationId xmlns:a16="http://schemas.microsoft.com/office/drawing/2014/main" id="{046C333F-5AE5-4C4B-AAFE-46A3A8EF86A0}"/>
              </a:ext>
            </a:extLst>
          </p:cNvPr>
          <p:cNvSpPr>
            <a:spLocks xmlns:a="http://schemas.openxmlformats.org/drawingml/2006/main" noGrp="1"/>
          </p:cNvSpPr>
          <p:nvPr/>
        </p:nvSpPr>
        <p:spPr>
          <a:xfrm xmlns:a="http://schemas.openxmlformats.org/drawingml/2006/main">
            <a:off x="695325" y="3619500"/>
            <a:ext cx="10734675" cy="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86EECB93-9D00-44F5-B817-E9C23CD7C5C1}"/>
              </a:ext>
            </a:extLst>
          </p:cNvPr>
          <p:cNvSpPr>
            <a:spLocks xmlns:a="http://schemas.openxmlformats.org/drawingml/2006/main" noGrp="1"/>
          </p:cNvSpPr>
          <p:nvPr/>
        </p:nvSpPr>
        <p:spPr>
          <a:xfrm xmlns:a="http://schemas.openxmlformats.org/drawingml/2006/main">
            <a:off x="7143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Core</a:t>
            </a:r>
          </a:p>
        </p:txBody>
      </p:sp>
      <p:sp>
        <p:nvSpPr>
          <p:cNvPr id="10" name="">
            <a:extLst xmlns:a="http://schemas.openxmlformats.org/drawingml/2006/main">
              <a:ext uri="{FF2B5EF4-FFF2-40B4-BE49-F238E27FC236}">
                <a16:creationId xmlns:a16="http://schemas.microsoft.com/office/drawing/2014/main" id="{9956E115-3F35-4B7F-A480-F6BBC9AF496E}"/>
              </a:ext>
            </a:extLst>
          </p:cNvPr>
          <p:cNvSpPr>
            <a:spLocks xmlns:a="http://schemas.openxmlformats.org/drawingml/2006/main" noGrp="1"/>
          </p:cNvSpPr>
          <p:nvPr/>
        </p:nvSpPr>
        <p:spPr>
          <a:xfrm xmlns:a="http://schemas.openxmlformats.org/drawingml/2006/main">
            <a:off x="7143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279 test</a:t>
            </a:r>
          </a:p>
        </p:txBody>
      </p:sp>
      <p:sp>
        <p:nvSpPr>
          <p:cNvPr id="11" name="">
            <a:extLst xmlns:a="http://schemas.openxmlformats.org/drawingml/2006/main">
              <a:ext uri="{FF2B5EF4-FFF2-40B4-BE49-F238E27FC236}">
                <a16:creationId xmlns:a16="http://schemas.microsoft.com/office/drawing/2014/main" id="{2532DACA-FDE4-4242-AC55-C33D7DA36B2F}"/>
              </a:ext>
            </a:extLst>
          </p:cNvPr>
          <p:cNvSpPr>
            <a:spLocks xmlns:a="http://schemas.openxmlformats.org/drawingml/2006/main" noGrp="1"/>
          </p:cNvSpPr>
          <p:nvPr/>
        </p:nvSpPr>
        <p:spPr>
          <a:xfrm xmlns:a="http://schemas.openxmlformats.org/drawingml/2006/main">
            <a:off x="34385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Insight</a:t>
            </a:r>
          </a:p>
        </p:txBody>
      </p:sp>
      <p:sp>
        <p:nvSpPr>
          <p:cNvPr id="12" name="">
            <a:extLst xmlns:a="http://schemas.openxmlformats.org/drawingml/2006/main">
              <a:ext uri="{FF2B5EF4-FFF2-40B4-BE49-F238E27FC236}">
                <a16:creationId xmlns:a16="http://schemas.microsoft.com/office/drawing/2014/main" id="{F6E88255-56D0-4DC1-B68F-7C06E54ADE1E}"/>
              </a:ext>
            </a:extLst>
          </p:cNvPr>
          <p:cNvSpPr>
            <a:spLocks xmlns:a="http://schemas.openxmlformats.org/drawingml/2006/main" noGrp="1"/>
          </p:cNvSpPr>
          <p:nvPr/>
        </p:nvSpPr>
        <p:spPr>
          <a:xfrm xmlns:a="http://schemas.openxmlformats.org/drawingml/2006/main">
            <a:off x="34385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117 test</a:t>
            </a:r>
          </a:p>
        </p:txBody>
      </p:sp>
      <p:sp>
        <p:nvSpPr>
          <p:cNvPr id="13" name="">
            <a:extLst xmlns:a="http://schemas.openxmlformats.org/drawingml/2006/main">
              <a:ext uri="{FF2B5EF4-FFF2-40B4-BE49-F238E27FC236}">
                <a16:creationId xmlns:a16="http://schemas.microsoft.com/office/drawing/2014/main" id="{D427E189-4709-43DE-8A2C-4AF577F618F9}"/>
              </a:ext>
            </a:extLst>
          </p:cNvPr>
          <p:cNvSpPr>
            <a:spLocks xmlns:a="http://schemas.openxmlformats.org/drawingml/2006/main" noGrp="1"/>
          </p:cNvSpPr>
          <p:nvPr/>
        </p:nvSpPr>
        <p:spPr>
          <a:xfrm xmlns:a="http://schemas.openxmlformats.org/drawingml/2006/main">
            <a:off x="616267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Frontend</a:t>
            </a:r>
          </a:p>
        </p:txBody>
      </p:sp>
      <p:sp>
        <p:nvSpPr>
          <p:cNvPr id="14" name="">
            <a:extLst xmlns:a="http://schemas.openxmlformats.org/drawingml/2006/main">
              <a:ext uri="{FF2B5EF4-FFF2-40B4-BE49-F238E27FC236}">
                <a16:creationId xmlns:a16="http://schemas.microsoft.com/office/drawing/2014/main" id="{FDE8B132-49D7-42AA-81D6-43FEA3EAE911}"/>
              </a:ext>
            </a:extLst>
          </p:cNvPr>
          <p:cNvSpPr>
            <a:spLocks xmlns:a="http://schemas.openxmlformats.org/drawingml/2006/main" noGrp="1"/>
          </p:cNvSpPr>
          <p:nvPr/>
        </p:nvSpPr>
        <p:spPr>
          <a:xfrm xmlns:a="http://schemas.openxmlformats.org/drawingml/2006/main">
            <a:off x="616267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169 Vitest</a:t>
            </a:r>
          </a:p>
        </p:txBody>
      </p:sp>
      <p:sp>
        <p:nvSpPr>
          <p:cNvPr id="15" name="">
            <a:extLst xmlns:a="http://schemas.openxmlformats.org/drawingml/2006/main">
              <a:ext uri="{FF2B5EF4-FFF2-40B4-BE49-F238E27FC236}">
                <a16:creationId xmlns:a16="http://schemas.microsoft.com/office/drawing/2014/main" id="{5BBD6F06-8AAB-4393-8880-97E376404004}"/>
              </a:ext>
            </a:extLst>
          </p:cNvPr>
          <p:cNvSpPr>
            <a:spLocks xmlns:a="http://schemas.openxmlformats.org/drawingml/2006/main" noGrp="1"/>
          </p:cNvSpPr>
          <p:nvPr/>
        </p:nvSpPr>
        <p:spPr>
          <a:xfrm xmlns:a="http://schemas.openxmlformats.org/drawingml/2006/main">
            <a:off x="8886825" y="4086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766E"/>
                </a:solidFill>
                <a:latin typeface="Segoe UI"/>
                <a:ea typeface="Segoe UI"/>
                <a:cs typeface="Segoe UI"/>
              </a:defRPr>
            </a:defPPr>
            <a:lvl1pPr algn="l">
              <a:buNone/>
              <a:defRPr sz="1725" b="1">
                <a:solidFill>
                  <a:srgbClr val="0F766E"/>
                </a:solidFill>
                <a:latin typeface="Segoe UI"/>
                <a:ea typeface="Segoe UI"/>
                <a:cs typeface="Segoe UI"/>
              </a:defRPr>
            </a:lvl1pPr>
            <a:lvl2pPr algn="l">
              <a:buNone/>
              <a:defRPr sz="1725" b="1">
                <a:solidFill>
                  <a:srgbClr val="0F766E"/>
                </a:solidFill>
                <a:latin typeface="Segoe UI"/>
                <a:ea typeface="Segoe UI"/>
                <a:cs typeface="Segoe UI"/>
              </a:defRPr>
            </a:lvl2pPr>
            <a:lvl3pPr algn="l">
              <a:buNone/>
              <a:defRPr sz="1725" b="1">
                <a:solidFill>
                  <a:srgbClr val="0F766E"/>
                </a:solidFill>
                <a:latin typeface="Segoe UI"/>
                <a:ea typeface="Segoe UI"/>
                <a:cs typeface="Segoe UI"/>
              </a:defRPr>
            </a:lvl3pPr>
            <a:lvl4pPr algn="l">
              <a:buNone/>
              <a:defRPr sz="1725" b="1">
                <a:solidFill>
                  <a:srgbClr val="0F766E"/>
                </a:solidFill>
                <a:latin typeface="Segoe UI"/>
                <a:ea typeface="Segoe UI"/>
                <a:cs typeface="Segoe UI"/>
              </a:defRPr>
            </a:lvl4pPr>
            <a:lvl5pPr algn="l">
              <a:buNone/>
              <a:defRPr sz="1725" b="1">
                <a:solidFill>
                  <a:srgbClr val="0F766E"/>
                </a:solidFill>
                <a:latin typeface="Segoe UI"/>
                <a:ea typeface="Segoe UI"/>
                <a:cs typeface="Segoe UI"/>
              </a:defRPr>
            </a:lvl5pPr>
            <a:lvl6pPr algn="l">
              <a:buNone/>
              <a:defRPr sz="1725" b="1">
                <a:solidFill>
                  <a:srgbClr val="0F766E"/>
                </a:solidFill>
                <a:latin typeface="Segoe UI"/>
                <a:ea typeface="Segoe UI"/>
                <a:cs typeface="Segoe UI"/>
              </a:defRPr>
            </a:lvl6pPr>
            <a:lvl7pPr algn="l">
              <a:buNone/>
              <a:defRPr sz="1725" b="1">
                <a:solidFill>
                  <a:srgbClr val="0F766E"/>
                </a:solidFill>
                <a:latin typeface="Segoe UI"/>
                <a:ea typeface="Segoe UI"/>
                <a:cs typeface="Segoe UI"/>
              </a:defRPr>
            </a:lvl7pPr>
            <a:lvl8pPr algn="l">
              <a:buNone/>
              <a:defRPr sz="1725" b="1">
                <a:solidFill>
                  <a:srgbClr val="0F766E"/>
                </a:solidFill>
                <a:latin typeface="Segoe UI"/>
                <a:ea typeface="Segoe UI"/>
                <a:cs typeface="Segoe UI"/>
              </a:defRPr>
            </a:lvl8pPr>
            <a:lvl9pPr algn="l">
              <a:buNone/>
              <a:defRPr sz="1725" b="1">
                <a:solidFill>
                  <a:srgbClr val="0F766E"/>
                </a:solidFill>
                <a:latin typeface="Segoe UI"/>
                <a:ea typeface="Segoe UI"/>
                <a:cs typeface="Segoe UI"/>
              </a:defRPr>
            </a:lvl9pPr>
          </a:lstStyle>
          <a:p xmlns:a="http://schemas.openxmlformats.org/drawingml/2006/main">
            <a:pPr algn="l">
              <a:lnSpc>
                <a:spcPct val="108000"/>
              </a:lnSpc>
              <a:buNone/>
              <a:defRPr sz="1725" b="1">
                <a:solidFill>
                  <a:srgbClr val="0F766E"/>
                </a:solidFill>
                <a:latin typeface="Segoe UI"/>
                <a:ea typeface="Segoe UI"/>
                <a:cs typeface="Segoe UI"/>
              </a:defRPr>
            </a:pPr>
            <a:r>
              <a:rPr sz="1725" b="1">
                <a:solidFill>
                  <a:srgbClr val="0F766E"/>
                </a:solidFill>
                <a:latin typeface="Segoe UI"/>
                <a:ea typeface="Segoe UI"/>
                <a:cs typeface="Segoe UI"/>
              </a:rPr>
              <a:t>E2E</a:t>
            </a:r>
          </a:p>
        </p:txBody>
      </p:sp>
      <p:sp>
        <p:nvSpPr>
          <p:cNvPr id="16" name="">
            <a:extLst xmlns:a="http://schemas.openxmlformats.org/drawingml/2006/main">
              <a:ext uri="{FF2B5EF4-FFF2-40B4-BE49-F238E27FC236}">
                <a16:creationId xmlns:a16="http://schemas.microsoft.com/office/drawing/2014/main" id="{D7296C86-AA19-43B7-84DE-8E7B7E5F6A4E}"/>
              </a:ext>
            </a:extLst>
          </p:cNvPr>
          <p:cNvSpPr>
            <a:spLocks xmlns:a="http://schemas.openxmlformats.org/drawingml/2006/main" noGrp="1"/>
          </p:cNvSpPr>
          <p:nvPr/>
        </p:nvSpPr>
        <p:spPr>
          <a:xfrm xmlns:a="http://schemas.openxmlformats.org/drawingml/2006/main">
            <a:off x="8886825" y="455295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7211F"/>
                </a:solidFill>
                <a:latin typeface="Segoe UI"/>
                <a:ea typeface="Segoe UI"/>
                <a:cs typeface="Segoe UI"/>
              </a:defRPr>
            </a:defPPr>
            <a:lvl1pPr algn="l">
              <a:buNone/>
              <a:defRPr sz="1575" b="0">
                <a:solidFill>
                  <a:srgbClr val="17211F"/>
                </a:solidFill>
                <a:latin typeface="Segoe UI"/>
                <a:ea typeface="Segoe UI"/>
                <a:cs typeface="Segoe UI"/>
              </a:defRPr>
            </a:lvl1pPr>
            <a:lvl2pPr algn="l">
              <a:buNone/>
              <a:defRPr sz="1575" b="0">
                <a:solidFill>
                  <a:srgbClr val="17211F"/>
                </a:solidFill>
                <a:latin typeface="Segoe UI"/>
                <a:ea typeface="Segoe UI"/>
                <a:cs typeface="Segoe UI"/>
              </a:defRPr>
            </a:lvl2pPr>
            <a:lvl3pPr algn="l">
              <a:buNone/>
              <a:defRPr sz="1575" b="0">
                <a:solidFill>
                  <a:srgbClr val="17211F"/>
                </a:solidFill>
                <a:latin typeface="Segoe UI"/>
                <a:ea typeface="Segoe UI"/>
                <a:cs typeface="Segoe UI"/>
              </a:defRPr>
            </a:lvl3pPr>
            <a:lvl4pPr algn="l">
              <a:buNone/>
              <a:defRPr sz="1575" b="0">
                <a:solidFill>
                  <a:srgbClr val="17211F"/>
                </a:solidFill>
                <a:latin typeface="Segoe UI"/>
                <a:ea typeface="Segoe UI"/>
                <a:cs typeface="Segoe UI"/>
              </a:defRPr>
            </a:lvl4pPr>
            <a:lvl5pPr algn="l">
              <a:buNone/>
              <a:defRPr sz="1575" b="0">
                <a:solidFill>
                  <a:srgbClr val="17211F"/>
                </a:solidFill>
                <a:latin typeface="Segoe UI"/>
                <a:ea typeface="Segoe UI"/>
                <a:cs typeface="Segoe UI"/>
              </a:defRPr>
            </a:lvl5pPr>
            <a:lvl6pPr algn="l">
              <a:buNone/>
              <a:defRPr sz="1575" b="0">
                <a:solidFill>
                  <a:srgbClr val="17211F"/>
                </a:solidFill>
                <a:latin typeface="Segoe UI"/>
                <a:ea typeface="Segoe UI"/>
                <a:cs typeface="Segoe UI"/>
              </a:defRPr>
            </a:lvl6pPr>
            <a:lvl7pPr algn="l">
              <a:buNone/>
              <a:defRPr sz="1575" b="0">
                <a:solidFill>
                  <a:srgbClr val="17211F"/>
                </a:solidFill>
                <a:latin typeface="Segoe UI"/>
                <a:ea typeface="Segoe UI"/>
                <a:cs typeface="Segoe UI"/>
              </a:defRPr>
            </a:lvl7pPr>
            <a:lvl8pPr algn="l">
              <a:buNone/>
              <a:defRPr sz="1575" b="0">
                <a:solidFill>
                  <a:srgbClr val="17211F"/>
                </a:solidFill>
                <a:latin typeface="Segoe UI"/>
                <a:ea typeface="Segoe UI"/>
                <a:cs typeface="Segoe UI"/>
              </a:defRPr>
            </a:lvl8pPr>
            <a:lvl9pPr algn="l">
              <a:buNone/>
              <a:defRPr sz="1575" b="0">
                <a:solidFill>
                  <a:srgbClr val="17211F"/>
                </a:solidFill>
                <a:latin typeface="Segoe UI"/>
                <a:ea typeface="Segoe UI"/>
                <a:cs typeface="Segoe UI"/>
              </a:defRPr>
            </a:lvl9pPr>
          </a:lstStyle>
          <a:p xmlns:a="http://schemas.openxmlformats.org/drawingml/2006/main">
            <a:pPr algn="l">
              <a:lnSpc>
                <a:spcPct val="108000"/>
              </a:lnSpc>
              <a:buNone/>
              <a:defRPr sz="1575" b="0">
                <a:solidFill>
                  <a:srgbClr val="17211F"/>
                </a:solidFill>
                <a:latin typeface="Segoe UI"/>
                <a:ea typeface="Segoe UI"/>
                <a:cs typeface="Segoe UI"/>
              </a:defRPr>
            </a:pPr>
            <a:r>
              <a:rPr sz="1575" b="0">
                <a:solidFill>
                  <a:srgbClr val="17211F"/>
                </a:solidFill>
                <a:latin typeface="Segoe UI"/>
                <a:ea typeface="Segoe UI"/>
                <a:cs typeface="Segoe UI"/>
              </a:rPr>
              <a:t>Web 17 · EXE 17</a:t>
            </a:r>
          </a:p>
        </p:txBody>
      </p:sp>
      <p:sp>
        <p:nvSpPr>
          <p:cNvPr id="17" name="">
            <a:extLst xmlns:a="http://schemas.openxmlformats.org/drawingml/2006/main">
              <a:ext uri="{FF2B5EF4-FFF2-40B4-BE49-F238E27FC236}">
                <a16:creationId xmlns:a16="http://schemas.microsoft.com/office/drawing/2014/main" id="{76783B12-44DB-460D-9ED1-C55D530CF3B6}"/>
              </a:ext>
            </a:extLst>
          </p:cNvPr>
          <p:cNvSpPr>
            <a:spLocks xmlns:a="http://schemas.openxmlformats.org/drawingml/2006/main" noGrp="1"/>
          </p:cNvSpPr>
          <p:nvPr/>
        </p:nvSpPr>
        <p:spPr>
          <a:xfrm xmlns:a="http://schemas.openxmlformats.org/drawingml/2006/main">
            <a:off x="695325" y="5724525"/>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Local: Core 279, Insight 117, Frontend 169, Web/EXE 17; CI run #96 đạt 5/5 tại 23166e4.</a:t>
            </a:r>
          </a:p>
        </p:txBody>
      </p:sp>
    </p:spTree>
    <p:extLst>
      <p:ext uri="{BB962C8B-B14F-4D97-AF65-F5344CB8AC3E}">
        <p14:creationId xmlns:p14="http://schemas.microsoft.com/office/powerpoint/2010/main" val="278731808"/>
      </p:ext>
    </p:extLst>
  </p:cSld>
</p:sld>
</file>

<file path=ppt/slides/slide13.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485460C-BA42-4650-8AF1-78CEA316424E}"/>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DEMO</a:t>
            </a:r>
          </a:p>
        </p:txBody>
      </p:sp>
      <p:sp>
        <p:nvSpPr>
          <p:cNvPr id="2" name="">
            <a:extLst xmlns:a="http://schemas.openxmlformats.org/drawingml/2006/main">
              <a:ext uri="{FF2B5EF4-FFF2-40B4-BE49-F238E27FC236}">
                <a16:creationId xmlns:a16="http://schemas.microsoft.com/office/drawing/2014/main" id="{9538950D-8460-4240-AAD2-B657F7163378}"/>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Kịch bản trình diễn 7–8 phút</a:t>
            </a:r>
          </a:p>
        </p:txBody>
      </p:sp>
      <p:sp>
        <p:nvSpPr>
          <p:cNvPr id="3" name="">
            <a:extLst xmlns:a="http://schemas.openxmlformats.org/drawingml/2006/main">
              <a:ext uri="{FF2B5EF4-FFF2-40B4-BE49-F238E27FC236}">
                <a16:creationId xmlns:a16="http://schemas.microsoft.com/office/drawing/2014/main" id="{BBB1A258-0180-465B-814A-7CF70D5B53EB}"/>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B2BB2BF8-3471-4A38-8983-1B3B9C389D5C}"/>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EF55A425-55C9-43DE-8AF6-7593BE5F9242}"/>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13</a:t>
            </a:r>
          </a:p>
        </p:txBody>
      </p:sp>
      <p:sp>
        <p:nvSpPr>
          <p:cNvPr id="6" name="">
            <a:extLst xmlns:a="http://schemas.openxmlformats.org/drawingml/2006/main">
              <a:ext uri="{FF2B5EF4-FFF2-40B4-BE49-F238E27FC236}">
                <a16:creationId xmlns:a16="http://schemas.microsoft.com/office/drawing/2014/main" id="{7A91F0ED-969C-4FEC-B57C-E98E4A1D4D26}"/>
              </a:ext>
            </a:extLst>
          </p:cNvPr>
          <p:cNvSpPr>
            <a:spLocks xmlns:a="http://schemas.openxmlformats.org/drawingml/2006/main" noGrp="1"/>
          </p:cNvSpPr>
          <p:nvPr/>
        </p:nvSpPr>
        <p:spPr>
          <a:xfrm xmlns:a="http://schemas.openxmlformats.org/drawingml/2006/main">
            <a:off x="714375" y="19335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Kiểm kê</a:t>
            </a:r>
          </a:p>
        </p:txBody>
      </p:sp>
      <p:sp>
        <p:nvSpPr>
          <p:cNvPr id="7" name="">
            <a:extLst xmlns:a="http://schemas.openxmlformats.org/drawingml/2006/main">
              <a:ext uri="{FF2B5EF4-FFF2-40B4-BE49-F238E27FC236}">
                <a16:creationId xmlns:a16="http://schemas.microsoft.com/office/drawing/2014/main" id="{42F99ED6-9515-48F9-8227-9BD620808ABA}"/>
              </a:ext>
            </a:extLst>
          </p:cNvPr>
          <p:cNvSpPr>
            <a:spLocks xmlns:a="http://schemas.openxmlformats.org/drawingml/2006/main" noGrp="1"/>
          </p:cNvSpPr>
          <p:nvPr/>
        </p:nvSpPr>
        <p:spPr>
          <a:xfrm xmlns:a="http://schemas.openxmlformats.org/drawingml/2006/main">
            <a:off x="3429000" y="19335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Mở phiên, quét mã hợp lệ và mã bất thường, xác nhận xử lý.</a:t>
            </a:r>
          </a:p>
        </p:txBody>
      </p:sp>
      <p:sp>
        <p:nvSpPr>
          <p:cNvPr id="8" name="">
            <a:extLst xmlns:a="http://schemas.openxmlformats.org/drawingml/2006/main">
              <a:ext uri="{FF2B5EF4-FFF2-40B4-BE49-F238E27FC236}">
                <a16:creationId xmlns:a16="http://schemas.microsoft.com/office/drawing/2014/main" id="{4696D0CA-0783-4DCB-8241-6ADB35D58B12}"/>
              </a:ext>
            </a:extLst>
          </p:cNvPr>
          <p:cNvSpPr>
            <a:spLocks xmlns:a="http://schemas.openxmlformats.org/drawingml/2006/main" noGrp="1"/>
          </p:cNvSpPr>
          <p:nvPr/>
        </p:nvSpPr>
        <p:spPr>
          <a:xfrm xmlns:a="http://schemas.openxmlformats.org/drawingml/2006/main">
            <a:off x="3429000" y="26670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Có UI; cần chuẩn bị phiên trên database demo.</a:t>
            </a:r>
          </a:p>
        </p:txBody>
      </p:sp>
      <p:sp>
        <p:nvSpPr>
          <p:cNvPr id="9" name="">
            <a:extLst xmlns:a="http://schemas.openxmlformats.org/drawingml/2006/main">
              <a:ext uri="{FF2B5EF4-FFF2-40B4-BE49-F238E27FC236}">
                <a16:creationId xmlns:a16="http://schemas.microsoft.com/office/drawing/2014/main" id="{92B83AD0-0745-438E-B85C-E9A76A8F33EF}"/>
              </a:ext>
            </a:extLst>
          </p:cNvPr>
          <p:cNvSpPr>
            <a:spLocks xmlns:a="http://schemas.openxmlformats.org/drawingml/2006/main" noGrp="1"/>
          </p:cNvSpPr>
          <p:nvPr/>
        </p:nvSpPr>
        <p:spPr>
          <a:xfrm xmlns:a="http://schemas.openxmlformats.org/drawingml/2006/main">
            <a:off x="714375" y="314325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0" name="">
            <a:extLst xmlns:a="http://schemas.openxmlformats.org/drawingml/2006/main">
              <a:ext uri="{FF2B5EF4-FFF2-40B4-BE49-F238E27FC236}">
                <a16:creationId xmlns:a16="http://schemas.microsoft.com/office/drawing/2014/main" id="{92789ECC-82A0-4901-8408-A88853836351}"/>
              </a:ext>
            </a:extLst>
          </p:cNvPr>
          <p:cNvSpPr>
            <a:spLocks xmlns:a="http://schemas.openxmlformats.org/drawingml/2006/main" noGrp="1"/>
          </p:cNvSpPr>
          <p:nvPr/>
        </p:nvSpPr>
        <p:spPr>
          <a:xfrm xmlns:a="http://schemas.openxmlformats.org/drawingml/2006/main">
            <a:off x="714375" y="328612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Tìm kiếm</a:t>
            </a:r>
          </a:p>
        </p:txBody>
      </p:sp>
      <p:sp>
        <p:nvSpPr>
          <p:cNvPr id="11" name="">
            <a:extLst xmlns:a="http://schemas.openxmlformats.org/drawingml/2006/main">
              <a:ext uri="{FF2B5EF4-FFF2-40B4-BE49-F238E27FC236}">
                <a16:creationId xmlns:a16="http://schemas.microsoft.com/office/drawing/2014/main" id="{E90770E8-D7B1-4D82-848F-79D7E889EDB4}"/>
              </a:ext>
            </a:extLst>
          </p:cNvPr>
          <p:cNvSpPr>
            <a:spLocks xmlns:a="http://schemas.openxmlformats.org/drawingml/2006/main" noGrp="1"/>
          </p:cNvSpPr>
          <p:nvPr/>
        </p:nvSpPr>
        <p:spPr>
          <a:xfrm xmlns:a="http://schemas.openxmlformats.org/drawingml/2006/main">
            <a:off x="3429000" y="328612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Tìm tên, tác giả và thể loại; thử alias trên nhánh Tuấn.</a:t>
            </a:r>
          </a:p>
        </p:txBody>
      </p:sp>
      <p:sp>
        <p:nvSpPr>
          <p:cNvPr id="12" name="">
            <a:extLst xmlns:a="http://schemas.openxmlformats.org/drawingml/2006/main">
              <a:ext uri="{FF2B5EF4-FFF2-40B4-BE49-F238E27FC236}">
                <a16:creationId xmlns:a16="http://schemas.microsoft.com/office/drawing/2014/main" id="{F2CD6B2C-ABCE-48EC-B045-003C514DF807}"/>
              </a:ext>
            </a:extLst>
          </p:cNvPr>
          <p:cNvSpPr>
            <a:spLocks xmlns:a="http://schemas.openxmlformats.org/drawingml/2006/main" noGrp="1"/>
          </p:cNvSpPr>
          <p:nvPr/>
        </p:nvSpPr>
        <p:spPr>
          <a:xfrm xmlns:a="http://schemas.openxmlformats.org/drawingml/2006/main">
            <a:off x="3429000" y="401955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6660"/>
                </a:solidFill>
                <a:latin typeface="Segoe UI"/>
                <a:ea typeface="Segoe UI"/>
                <a:cs typeface="Segoe UI"/>
              </a:defRPr>
            </a:defPPr>
            <a:lvl1pPr algn="l">
              <a:buNone/>
              <a:defRPr sz="1200" b="0">
                <a:solidFill>
                  <a:srgbClr val="526660"/>
                </a:solidFill>
                <a:latin typeface="Segoe UI"/>
                <a:ea typeface="Segoe UI"/>
                <a:cs typeface="Segoe UI"/>
              </a:defRPr>
            </a:lvl1pPr>
            <a:lvl2pPr algn="l">
              <a:buNone/>
              <a:defRPr sz="1200" b="0">
                <a:solidFill>
                  <a:srgbClr val="526660"/>
                </a:solidFill>
                <a:latin typeface="Segoe UI"/>
                <a:ea typeface="Segoe UI"/>
                <a:cs typeface="Segoe UI"/>
              </a:defRPr>
            </a:lvl2pPr>
            <a:lvl3pPr algn="l">
              <a:buNone/>
              <a:defRPr sz="1200" b="0">
                <a:solidFill>
                  <a:srgbClr val="526660"/>
                </a:solidFill>
                <a:latin typeface="Segoe UI"/>
                <a:ea typeface="Segoe UI"/>
                <a:cs typeface="Segoe UI"/>
              </a:defRPr>
            </a:lvl3pPr>
            <a:lvl4pPr algn="l">
              <a:buNone/>
              <a:defRPr sz="1200" b="0">
                <a:solidFill>
                  <a:srgbClr val="526660"/>
                </a:solidFill>
                <a:latin typeface="Segoe UI"/>
                <a:ea typeface="Segoe UI"/>
                <a:cs typeface="Segoe UI"/>
              </a:defRPr>
            </a:lvl4pPr>
            <a:lvl5pPr algn="l">
              <a:buNone/>
              <a:defRPr sz="1200" b="0">
                <a:solidFill>
                  <a:srgbClr val="526660"/>
                </a:solidFill>
                <a:latin typeface="Segoe UI"/>
                <a:ea typeface="Segoe UI"/>
                <a:cs typeface="Segoe UI"/>
              </a:defRPr>
            </a:lvl5pPr>
            <a:lvl6pPr algn="l">
              <a:buNone/>
              <a:defRPr sz="1200" b="0">
                <a:solidFill>
                  <a:srgbClr val="526660"/>
                </a:solidFill>
                <a:latin typeface="Segoe UI"/>
                <a:ea typeface="Segoe UI"/>
                <a:cs typeface="Segoe UI"/>
              </a:defRPr>
            </a:lvl6pPr>
            <a:lvl7pPr algn="l">
              <a:buNone/>
              <a:defRPr sz="1200" b="0">
                <a:solidFill>
                  <a:srgbClr val="526660"/>
                </a:solidFill>
                <a:latin typeface="Segoe UI"/>
                <a:ea typeface="Segoe UI"/>
                <a:cs typeface="Segoe UI"/>
              </a:defRPr>
            </a:lvl7pPr>
            <a:lvl8pPr algn="l">
              <a:buNone/>
              <a:defRPr sz="1200" b="0">
                <a:solidFill>
                  <a:srgbClr val="526660"/>
                </a:solidFill>
                <a:latin typeface="Segoe UI"/>
                <a:ea typeface="Segoe UI"/>
                <a:cs typeface="Segoe UI"/>
              </a:defRPr>
            </a:lvl8pPr>
            <a:lvl9pPr algn="l">
              <a:buNone/>
              <a:defRPr sz="1200" b="0">
                <a:solidFill>
                  <a:srgbClr val="526660"/>
                </a:solidFill>
                <a:latin typeface="Segoe UI"/>
                <a:ea typeface="Segoe UI"/>
                <a:cs typeface="Segoe UI"/>
              </a:defRPr>
            </a:lvl9pPr>
          </a:lstStyle>
          <a:p xmlns:a="http://schemas.openxmlformats.org/drawingml/2006/main">
            <a:pPr algn="l">
              <a:lnSpc>
                <a:spcPct val="108000"/>
              </a:lnSpc>
              <a:buNone/>
              <a:defRPr sz="1200" b="0">
                <a:solidFill>
                  <a:srgbClr val="526660"/>
                </a:solidFill>
                <a:latin typeface="Segoe UI"/>
                <a:ea typeface="Segoe UI"/>
                <a:cs typeface="Segoe UI"/>
              </a:defRPr>
            </a:pPr>
            <a:r>
              <a:rPr sz="1200" b="0">
                <a:solidFill>
                  <a:srgbClr val="526660"/>
                </a:solidFill>
                <a:latin typeface="Segoe UI"/>
                <a:ea typeface="Segoe UI"/>
                <a:cs typeface="Segoe UI"/>
              </a:rPr>
              <a:t>categoryTerm chưa merge main.</a:t>
            </a:r>
          </a:p>
        </p:txBody>
      </p:sp>
      <p:sp>
        <p:nvSpPr>
          <p:cNvPr id="13" name="">
            <a:extLst xmlns:a="http://schemas.openxmlformats.org/drawingml/2006/main">
              <a:ext uri="{FF2B5EF4-FFF2-40B4-BE49-F238E27FC236}">
                <a16:creationId xmlns:a16="http://schemas.microsoft.com/office/drawing/2014/main" id="{FB61036B-A428-43B0-937A-6B021BE86D80}"/>
              </a:ext>
            </a:extLst>
          </p:cNvPr>
          <p:cNvSpPr>
            <a:spLocks xmlns:a="http://schemas.openxmlformats.org/drawingml/2006/main" noGrp="1"/>
          </p:cNvSpPr>
          <p:nvPr/>
        </p:nvSpPr>
        <p:spPr>
          <a:xfrm xmlns:a="http://schemas.openxmlformats.org/drawingml/2006/main">
            <a:off x="714375" y="4495800"/>
            <a:ext cx="1068705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14" name="">
            <a:extLst xmlns:a="http://schemas.openxmlformats.org/drawingml/2006/main">
              <a:ext uri="{FF2B5EF4-FFF2-40B4-BE49-F238E27FC236}">
                <a16:creationId xmlns:a16="http://schemas.microsoft.com/office/drawing/2014/main" id="{F8528D27-24D8-418F-87D0-E2753DD15C99}"/>
              </a:ext>
            </a:extLst>
          </p:cNvPr>
          <p:cNvSpPr>
            <a:spLocks xmlns:a="http://schemas.openxmlformats.org/drawingml/2006/main" noGrp="1"/>
          </p:cNvSpPr>
          <p:nvPr/>
        </p:nvSpPr>
        <p:spPr>
          <a:xfrm xmlns:a="http://schemas.openxmlformats.org/drawingml/2006/main">
            <a:off x="714375" y="4638675"/>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75" b="1">
                <a:solidFill>
                  <a:srgbClr val="0F766E"/>
                </a:solidFill>
                <a:latin typeface="Segoe UI"/>
                <a:ea typeface="Segoe UI"/>
                <a:cs typeface="Segoe UI"/>
              </a:defRPr>
            </a:defPPr>
            <a:lvl1pPr algn="l">
              <a:buNone/>
              <a:defRPr sz="2175" b="1">
                <a:solidFill>
                  <a:srgbClr val="0F766E"/>
                </a:solidFill>
                <a:latin typeface="Segoe UI"/>
                <a:ea typeface="Segoe UI"/>
                <a:cs typeface="Segoe UI"/>
              </a:defRPr>
            </a:lvl1pPr>
            <a:lvl2pPr algn="l">
              <a:buNone/>
              <a:defRPr sz="2175" b="1">
                <a:solidFill>
                  <a:srgbClr val="0F766E"/>
                </a:solidFill>
                <a:latin typeface="Segoe UI"/>
                <a:ea typeface="Segoe UI"/>
                <a:cs typeface="Segoe UI"/>
              </a:defRPr>
            </a:lvl2pPr>
            <a:lvl3pPr algn="l">
              <a:buNone/>
              <a:defRPr sz="2175" b="1">
                <a:solidFill>
                  <a:srgbClr val="0F766E"/>
                </a:solidFill>
                <a:latin typeface="Segoe UI"/>
                <a:ea typeface="Segoe UI"/>
                <a:cs typeface="Segoe UI"/>
              </a:defRPr>
            </a:lvl3pPr>
            <a:lvl4pPr algn="l">
              <a:buNone/>
              <a:defRPr sz="2175" b="1">
                <a:solidFill>
                  <a:srgbClr val="0F766E"/>
                </a:solidFill>
                <a:latin typeface="Segoe UI"/>
                <a:ea typeface="Segoe UI"/>
                <a:cs typeface="Segoe UI"/>
              </a:defRPr>
            </a:lvl4pPr>
            <a:lvl5pPr algn="l">
              <a:buNone/>
              <a:defRPr sz="2175" b="1">
                <a:solidFill>
                  <a:srgbClr val="0F766E"/>
                </a:solidFill>
                <a:latin typeface="Segoe UI"/>
                <a:ea typeface="Segoe UI"/>
                <a:cs typeface="Segoe UI"/>
              </a:defRPr>
            </a:lvl5pPr>
            <a:lvl6pPr algn="l">
              <a:buNone/>
              <a:defRPr sz="2175" b="1">
                <a:solidFill>
                  <a:srgbClr val="0F766E"/>
                </a:solidFill>
                <a:latin typeface="Segoe UI"/>
                <a:ea typeface="Segoe UI"/>
                <a:cs typeface="Segoe UI"/>
              </a:defRPr>
            </a:lvl6pPr>
            <a:lvl7pPr algn="l">
              <a:buNone/>
              <a:defRPr sz="2175" b="1">
                <a:solidFill>
                  <a:srgbClr val="0F766E"/>
                </a:solidFill>
                <a:latin typeface="Segoe UI"/>
                <a:ea typeface="Segoe UI"/>
                <a:cs typeface="Segoe UI"/>
              </a:defRPr>
            </a:lvl7pPr>
            <a:lvl8pPr algn="l">
              <a:buNone/>
              <a:defRPr sz="2175" b="1">
                <a:solidFill>
                  <a:srgbClr val="0F766E"/>
                </a:solidFill>
                <a:latin typeface="Segoe UI"/>
                <a:ea typeface="Segoe UI"/>
                <a:cs typeface="Segoe UI"/>
              </a:defRPr>
            </a:lvl8pPr>
            <a:lvl9pPr algn="l">
              <a:buNone/>
              <a:defRPr sz="2175" b="1">
                <a:solidFill>
                  <a:srgbClr val="0F766E"/>
                </a:solidFill>
                <a:latin typeface="Segoe UI"/>
                <a:ea typeface="Segoe UI"/>
                <a:cs typeface="Segoe UI"/>
              </a:defRPr>
            </a:lvl9pPr>
          </a:lstStyle>
          <a:p xmlns:a="http://schemas.openxmlformats.org/drawingml/2006/main">
            <a:pPr algn="l">
              <a:lnSpc>
                <a:spcPct val="108000"/>
              </a:lnSpc>
              <a:buNone/>
              <a:defRPr sz="2175" b="1">
                <a:solidFill>
                  <a:srgbClr val="0F766E"/>
                </a:solidFill>
                <a:latin typeface="Segoe UI"/>
                <a:ea typeface="Segoe UI"/>
                <a:cs typeface="Segoe UI"/>
              </a:defRPr>
            </a:pPr>
            <a:r>
              <a:rPr sz="2175" b="1">
                <a:solidFill>
                  <a:srgbClr val="0F766E"/>
                </a:solidFill>
                <a:latin typeface="Segoe UI"/>
                <a:ea typeface="Segoe UI"/>
                <a:cs typeface="Segoe UI"/>
              </a:rPr>
              <a:t>Đề xuất bổ sung</a:t>
            </a:r>
          </a:p>
        </p:txBody>
      </p:sp>
      <p:sp>
        <p:nvSpPr>
          <p:cNvPr id="15" name="">
            <a:extLst xmlns:a="http://schemas.openxmlformats.org/drawingml/2006/main">
              <a:ext uri="{FF2B5EF4-FFF2-40B4-BE49-F238E27FC236}">
                <a16:creationId xmlns:a16="http://schemas.microsoft.com/office/drawing/2014/main" id="{405B0733-C243-4501-AAA0-D33D42B511B4}"/>
              </a:ext>
            </a:extLst>
          </p:cNvPr>
          <p:cNvSpPr>
            <a:spLocks xmlns:a="http://schemas.openxmlformats.org/drawingml/2006/main" noGrp="1"/>
          </p:cNvSpPr>
          <p:nvPr/>
        </p:nvSpPr>
        <p:spPr>
          <a:xfrm xmlns:a="http://schemas.openxmlformats.org/drawingml/2006/main">
            <a:off x="3429000" y="4638675"/>
            <a:ext cx="790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7211F"/>
                </a:solidFill>
                <a:latin typeface="Segoe UI"/>
                <a:ea typeface="Segoe UI"/>
                <a:cs typeface="Segoe UI"/>
              </a:defRPr>
            </a:defPPr>
            <a:lvl1pPr algn="l">
              <a:buNone/>
              <a:defRPr sz="1650" b="0">
                <a:solidFill>
                  <a:srgbClr val="17211F"/>
                </a:solidFill>
                <a:latin typeface="Segoe UI"/>
                <a:ea typeface="Segoe UI"/>
                <a:cs typeface="Segoe UI"/>
              </a:defRPr>
            </a:lvl1pPr>
            <a:lvl2pPr algn="l">
              <a:buNone/>
              <a:defRPr sz="1650" b="0">
                <a:solidFill>
                  <a:srgbClr val="17211F"/>
                </a:solidFill>
                <a:latin typeface="Segoe UI"/>
                <a:ea typeface="Segoe UI"/>
                <a:cs typeface="Segoe UI"/>
              </a:defRPr>
            </a:lvl2pPr>
            <a:lvl3pPr algn="l">
              <a:buNone/>
              <a:defRPr sz="1650" b="0">
                <a:solidFill>
                  <a:srgbClr val="17211F"/>
                </a:solidFill>
                <a:latin typeface="Segoe UI"/>
                <a:ea typeface="Segoe UI"/>
                <a:cs typeface="Segoe UI"/>
              </a:defRPr>
            </a:lvl3pPr>
            <a:lvl4pPr algn="l">
              <a:buNone/>
              <a:defRPr sz="1650" b="0">
                <a:solidFill>
                  <a:srgbClr val="17211F"/>
                </a:solidFill>
                <a:latin typeface="Segoe UI"/>
                <a:ea typeface="Segoe UI"/>
                <a:cs typeface="Segoe UI"/>
              </a:defRPr>
            </a:lvl4pPr>
            <a:lvl5pPr algn="l">
              <a:buNone/>
              <a:defRPr sz="1650" b="0">
                <a:solidFill>
                  <a:srgbClr val="17211F"/>
                </a:solidFill>
                <a:latin typeface="Segoe UI"/>
                <a:ea typeface="Segoe UI"/>
                <a:cs typeface="Segoe UI"/>
              </a:defRPr>
            </a:lvl5pPr>
            <a:lvl6pPr algn="l">
              <a:buNone/>
              <a:defRPr sz="1650" b="0">
                <a:solidFill>
                  <a:srgbClr val="17211F"/>
                </a:solidFill>
                <a:latin typeface="Segoe UI"/>
                <a:ea typeface="Segoe UI"/>
                <a:cs typeface="Segoe UI"/>
              </a:defRPr>
            </a:lvl6pPr>
            <a:lvl7pPr algn="l">
              <a:buNone/>
              <a:defRPr sz="1650" b="0">
                <a:solidFill>
                  <a:srgbClr val="17211F"/>
                </a:solidFill>
                <a:latin typeface="Segoe UI"/>
                <a:ea typeface="Segoe UI"/>
                <a:cs typeface="Segoe UI"/>
              </a:defRPr>
            </a:lvl7pPr>
            <a:lvl8pPr algn="l">
              <a:buNone/>
              <a:defRPr sz="1650" b="0">
                <a:solidFill>
                  <a:srgbClr val="17211F"/>
                </a:solidFill>
                <a:latin typeface="Segoe UI"/>
                <a:ea typeface="Segoe UI"/>
                <a:cs typeface="Segoe UI"/>
              </a:defRPr>
            </a:lvl8pPr>
            <a:lvl9pPr algn="l">
              <a:buNone/>
              <a:defRPr sz="1650" b="0">
                <a:solidFill>
                  <a:srgbClr val="17211F"/>
                </a:solidFill>
                <a:latin typeface="Segoe UI"/>
                <a:ea typeface="Segoe UI"/>
                <a:cs typeface="Segoe UI"/>
              </a:defRPr>
            </a:lvl9pPr>
          </a:lstStyle>
          <a:p xmlns:a="http://schemas.openxmlformats.org/drawingml/2006/main">
            <a:pPr algn="l">
              <a:lnSpc>
                <a:spcPct val="108000"/>
              </a:lnSpc>
              <a:buNone/>
              <a:defRPr sz="1650" b="0">
                <a:solidFill>
                  <a:srgbClr val="17211F"/>
                </a:solidFill>
                <a:latin typeface="Segoe UI"/>
                <a:ea typeface="Segoe UI"/>
                <a:cs typeface="Segoe UI"/>
              </a:defRPr>
            </a:pPr>
            <a:r>
              <a:rPr sz="1650" b="0">
                <a:solidFill>
                  <a:srgbClr val="17211F"/>
                </a:solidFill>
                <a:latin typeface="Segoe UI"/>
                <a:ea typeface="Segoe UI"/>
                <a:cs typeface="Segoe UI"/>
              </a:rPr>
              <a:t>Phân tích Book/chi nhánh từ Core rồi xem bằng chứng tại Insight.</a:t>
            </a:r>
          </a:p>
        </p:txBody>
      </p:sp>
      <p:sp>
        <p:nvSpPr>
          <p:cNvPr id="16" name="">
            <a:extLst xmlns:a="http://schemas.openxmlformats.org/drawingml/2006/main">
              <a:ext uri="{FF2B5EF4-FFF2-40B4-BE49-F238E27FC236}">
                <a16:creationId xmlns:a16="http://schemas.microsoft.com/office/drawing/2014/main" id="{F3C66450-CC4A-458C-A6CD-D8532A4CC5C9}"/>
              </a:ext>
            </a:extLst>
          </p:cNvPr>
          <p:cNvSpPr>
            <a:spLocks xmlns:a="http://schemas.openxmlformats.org/drawingml/2006/main" noGrp="1"/>
          </p:cNvSpPr>
          <p:nvPr/>
        </p:nvSpPr>
        <p:spPr>
          <a:xfrm xmlns:a="http://schemas.openxmlformats.org/drawingml/2006/main">
            <a:off x="3429000" y="5372100"/>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9D5B14"/>
                </a:solidFill>
                <a:latin typeface="Segoe UI"/>
                <a:ea typeface="Segoe UI"/>
                <a:cs typeface="Segoe UI"/>
              </a:defRPr>
            </a:defPPr>
            <a:lvl1pPr algn="l">
              <a:buNone/>
              <a:defRPr sz="1200" b="0">
                <a:solidFill>
                  <a:srgbClr val="9D5B14"/>
                </a:solidFill>
                <a:latin typeface="Segoe UI"/>
                <a:ea typeface="Segoe UI"/>
                <a:cs typeface="Segoe UI"/>
              </a:defRPr>
            </a:lvl1pPr>
            <a:lvl2pPr algn="l">
              <a:buNone/>
              <a:defRPr sz="1200" b="0">
                <a:solidFill>
                  <a:srgbClr val="9D5B14"/>
                </a:solidFill>
                <a:latin typeface="Segoe UI"/>
                <a:ea typeface="Segoe UI"/>
                <a:cs typeface="Segoe UI"/>
              </a:defRPr>
            </a:lvl2pPr>
            <a:lvl3pPr algn="l">
              <a:buNone/>
              <a:defRPr sz="1200" b="0">
                <a:solidFill>
                  <a:srgbClr val="9D5B14"/>
                </a:solidFill>
                <a:latin typeface="Segoe UI"/>
                <a:ea typeface="Segoe UI"/>
                <a:cs typeface="Segoe UI"/>
              </a:defRPr>
            </a:lvl3pPr>
            <a:lvl4pPr algn="l">
              <a:buNone/>
              <a:defRPr sz="1200" b="0">
                <a:solidFill>
                  <a:srgbClr val="9D5B14"/>
                </a:solidFill>
                <a:latin typeface="Segoe UI"/>
                <a:ea typeface="Segoe UI"/>
                <a:cs typeface="Segoe UI"/>
              </a:defRPr>
            </a:lvl4pPr>
            <a:lvl5pPr algn="l">
              <a:buNone/>
              <a:defRPr sz="1200" b="0">
                <a:solidFill>
                  <a:srgbClr val="9D5B14"/>
                </a:solidFill>
                <a:latin typeface="Segoe UI"/>
                <a:ea typeface="Segoe UI"/>
                <a:cs typeface="Segoe UI"/>
              </a:defRPr>
            </a:lvl5pPr>
            <a:lvl6pPr algn="l">
              <a:buNone/>
              <a:defRPr sz="1200" b="0">
                <a:solidFill>
                  <a:srgbClr val="9D5B14"/>
                </a:solidFill>
                <a:latin typeface="Segoe UI"/>
                <a:ea typeface="Segoe UI"/>
                <a:cs typeface="Segoe UI"/>
              </a:defRPr>
            </a:lvl6pPr>
            <a:lvl7pPr algn="l">
              <a:buNone/>
              <a:defRPr sz="1200" b="0">
                <a:solidFill>
                  <a:srgbClr val="9D5B14"/>
                </a:solidFill>
                <a:latin typeface="Segoe UI"/>
                <a:ea typeface="Segoe UI"/>
                <a:cs typeface="Segoe UI"/>
              </a:defRPr>
            </a:lvl7pPr>
            <a:lvl8pPr algn="l">
              <a:buNone/>
              <a:defRPr sz="1200" b="0">
                <a:solidFill>
                  <a:srgbClr val="9D5B14"/>
                </a:solidFill>
                <a:latin typeface="Segoe UI"/>
                <a:ea typeface="Segoe UI"/>
                <a:cs typeface="Segoe UI"/>
              </a:defRPr>
            </a:lvl8pPr>
            <a:lvl9pPr algn="l">
              <a:buNone/>
              <a:defRPr sz="1200" b="0">
                <a:solidFill>
                  <a:srgbClr val="9D5B14"/>
                </a:solidFill>
                <a:latin typeface="Segoe UI"/>
                <a:ea typeface="Segoe UI"/>
                <a:cs typeface="Segoe UI"/>
              </a:defRPr>
            </a:lvl9pPr>
          </a:lstStyle>
          <a:p xmlns:a="http://schemas.openxmlformats.org/drawingml/2006/main">
            <a:pPr algn="l">
              <a:lnSpc>
                <a:spcPct val="108000"/>
              </a:lnSpc>
              <a:buNone/>
              <a:defRPr sz="1200" b="0">
                <a:solidFill>
                  <a:srgbClr val="9D5B14"/>
                </a:solidFill>
                <a:latin typeface="Segoe UI"/>
                <a:ea typeface="Segoe UI"/>
                <a:cs typeface="Segoe UI"/>
              </a:defRPr>
            </a:pPr>
            <a:r>
              <a:rPr sz="1200" b="0">
                <a:solidFill>
                  <a:srgbClr val="9D5B14"/>
                </a:solidFill>
                <a:latin typeface="Segoe UI"/>
                <a:ea typeface="Segoe UI"/>
                <a:cs typeface="Segoe UI"/>
              </a:rPr>
              <a:t>Chưa có E2E tạo đề xuất xuyên hai service.</a:t>
            </a:r>
          </a:p>
        </p:txBody>
      </p:sp>
    </p:spTree>
    <p:extLst>
      <p:ext uri="{BB962C8B-B14F-4D97-AF65-F5344CB8AC3E}">
        <p14:creationId xmlns:p14="http://schemas.microsoft.com/office/powerpoint/2010/main" val="1797034366"/>
      </p:ext>
    </p:extLst>
  </p:cSld>
</p:sld>
</file>

<file path=ppt/slides/slide1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C0F373D-4947-4F00-A6F8-2D079C590D38}"/>
              </a:ext>
            </a:extLst>
          </p:cNvPr>
          <p:cNvSpPr>
            <a:spLocks xmlns:a="http://schemas.openxmlformats.org/drawingml/2006/main" noGrp="1"/>
          </p:cNvSpPr>
          <p:nvPr/>
        </p:nvSpPr>
        <p:spPr>
          <a:xfrm xmlns:a="http://schemas.openxmlformats.org/drawingml/2006/main">
            <a:off x="685800" y="3429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0F766E"/>
                </a:solidFill>
                <a:latin typeface="Segoe UI"/>
                <a:ea typeface="Segoe UI"/>
                <a:cs typeface="Segoe UI"/>
              </a:defRPr>
            </a:defPPr>
            <a:lvl1pPr algn="l">
              <a:buNone/>
              <a:defRPr sz="975" b="1">
                <a:solidFill>
                  <a:srgbClr val="0F766E"/>
                </a:solidFill>
                <a:latin typeface="Segoe UI"/>
                <a:ea typeface="Segoe UI"/>
                <a:cs typeface="Segoe UI"/>
              </a:defRPr>
            </a:lvl1pPr>
            <a:lvl2pPr algn="l">
              <a:buNone/>
              <a:defRPr sz="975" b="1">
                <a:solidFill>
                  <a:srgbClr val="0F766E"/>
                </a:solidFill>
                <a:latin typeface="Segoe UI"/>
                <a:ea typeface="Segoe UI"/>
                <a:cs typeface="Segoe UI"/>
              </a:defRPr>
            </a:lvl2pPr>
            <a:lvl3pPr algn="l">
              <a:buNone/>
              <a:defRPr sz="975" b="1">
                <a:solidFill>
                  <a:srgbClr val="0F766E"/>
                </a:solidFill>
                <a:latin typeface="Segoe UI"/>
                <a:ea typeface="Segoe UI"/>
                <a:cs typeface="Segoe UI"/>
              </a:defRPr>
            </a:lvl3pPr>
            <a:lvl4pPr algn="l">
              <a:buNone/>
              <a:defRPr sz="975" b="1">
                <a:solidFill>
                  <a:srgbClr val="0F766E"/>
                </a:solidFill>
                <a:latin typeface="Segoe UI"/>
                <a:ea typeface="Segoe UI"/>
                <a:cs typeface="Segoe UI"/>
              </a:defRPr>
            </a:lvl4pPr>
            <a:lvl5pPr algn="l">
              <a:buNone/>
              <a:defRPr sz="975" b="1">
                <a:solidFill>
                  <a:srgbClr val="0F766E"/>
                </a:solidFill>
                <a:latin typeface="Segoe UI"/>
                <a:ea typeface="Segoe UI"/>
                <a:cs typeface="Segoe UI"/>
              </a:defRPr>
            </a:lvl5pPr>
            <a:lvl6pPr algn="l">
              <a:buNone/>
              <a:defRPr sz="975" b="1">
                <a:solidFill>
                  <a:srgbClr val="0F766E"/>
                </a:solidFill>
                <a:latin typeface="Segoe UI"/>
                <a:ea typeface="Segoe UI"/>
                <a:cs typeface="Segoe UI"/>
              </a:defRPr>
            </a:lvl6pPr>
            <a:lvl7pPr algn="l">
              <a:buNone/>
              <a:defRPr sz="975" b="1">
                <a:solidFill>
                  <a:srgbClr val="0F766E"/>
                </a:solidFill>
                <a:latin typeface="Segoe UI"/>
                <a:ea typeface="Segoe UI"/>
                <a:cs typeface="Segoe UI"/>
              </a:defRPr>
            </a:lvl7pPr>
            <a:lvl8pPr algn="l">
              <a:buNone/>
              <a:defRPr sz="975" b="1">
                <a:solidFill>
                  <a:srgbClr val="0F766E"/>
                </a:solidFill>
                <a:latin typeface="Segoe UI"/>
                <a:ea typeface="Segoe UI"/>
                <a:cs typeface="Segoe UI"/>
              </a:defRPr>
            </a:lvl8pPr>
            <a:lvl9pPr algn="l">
              <a:buNone/>
              <a:defRPr sz="975" b="1">
                <a:solidFill>
                  <a:srgbClr val="0F766E"/>
                </a:solidFill>
                <a:latin typeface="Segoe UI"/>
                <a:ea typeface="Segoe UI"/>
                <a:cs typeface="Segoe UI"/>
              </a:defRPr>
            </a:lvl9pPr>
          </a:lstStyle>
          <a:p xmlns:a="http://schemas.openxmlformats.org/drawingml/2006/main">
            <a:pPr algn="l">
              <a:lnSpc>
                <a:spcPct val="108000"/>
              </a:lnSpc>
              <a:buNone/>
              <a:defRPr sz="975" b="1">
                <a:solidFill>
                  <a:srgbClr val="0F766E"/>
                </a:solidFill>
                <a:latin typeface="Segoe UI"/>
                <a:ea typeface="Segoe UI"/>
                <a:cs typeface="Segoe UI"/>
              </a:defRPr>
            </a:pPr>
            <a:r>
              <a:rPr sz="975" b="1">
                <a:solidFill>
                  <a:srgbClr val="0F766E"/>
                </a:solidFill>
                <a:latin typeface="Segoe UI"/>
                <a:ea typeface="Segoe UI"/>
                <a:cs typeface="Segoe UI"/>
              </a:rPr>
              <a:t>ĐỐI CHIẾU HIỆN TRẠNG</a:t>
            </a:r>
          </a:p>
        </p:txBody>
      </p:sp>
      <p:sp>
        <p:nvSpPr>
          <p:cNvPr id="2" name="">
            <a:extLst xmlns:a="http://schemas.openxmlformats.org/drawingml/2006/main">
              <a:ext uri="{FF2B5EF4-FFF2-40B4-BE49-F238E27FC236}">
                <a16:creationId xmlns:a16="http://schemas.microsoft.com/office/drawing/2014/main" id="{A27DCEFF-2C7C-4F51-BD60-3FBCC37B8603}"/>
              </a:ext>
            </a:extLst>
          </p:cNvPr>
          <p:cNvSpPr>
            <a:spLocks xmlns:a="http://schemas.openxmlformats.org/drawingml/2006/main" noGrp="1"/>
          </p:cNvSpPr>
          <p:nvPr/>
        </p:nvSpPr>
        <p:spPr>
          <a:xfrm xmlns:a="http://schemas.openxmlformats.org/drawingml/2006/main">
            <a:off x="685800" y="723900"/>
            <a:ext cx="10820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17211F"/>
                </a:solidFill>
                <a:latin typeface="Segoe UI"/>
                <a:ea typeface="Segoe UI"/>
                <a:cs typeface="Segoe UI"/>
              </a:defRPr>
            </a:defPPr>
            <a:lvl1pPr algn="l">
              <a:buNone/>
              <a:defRPr sz="2925" b="1">
                <a:solidFill>
                  <a:srgbClr val="17211F"/>
                </a:solidFill>
                <a:latin typeface="Segoe UI"/>
                <a:ea typeface="Segoe UI"/>
                <a:cs typeface="Segoe UI"/>
              </a:defRPr>
            </a:lvl1pPr>
            <a:lvl2pPr algn="l">
              <a:buNone/>
              <a:defRPr sz="2925" b="1">
                <a:solidFill>
                  <a:srgbClr val="17211F"/>
                </a:solidFill>
                <a:latin typeface="Segoe UI"/>
                <a:ea typeface="Segoe UI"/>
                <a:cs typeface="Segoe UI"/>
              </a:defRPr>
            </a:lvl2pPr>
            <a:lvl3pPr algn="l">
              <a:buNone/>
              <a:defRPr sz="2925" b="1">
                <a:solidFill>
                  <a:srgbClr val="17211F"/>
                </a:solidFill>
                <a:latin typeface="Segoe UI"/>
                <a:ea typeface="Segoe UI"/>
                <a:cs typeface="Segoe UI"/>
              </a:defRPr>
            </a:lvl3pPr>
            <a:lvl4pPr algn="l">
              <a:buNone/>
              <a:defRPr sz="2925" b="1">
                <a:solidFill>
                  <a:srgbClr val="17211F"/>
                </a:solidFill>
                <a:latin typeface="Segoe UI"/>
                <a:ea typeface="Segoe UI"/>
                <a:cs typeface="Segoe UI"/>
              </a:defRPr>
            </a:lvl4pPr>
            <a:lvl5pPr algn="l">
              <a:buNone/>
              <a:defRPr sz="2925" b="1">
                <a:solidFill>
                  <a:srgbClr val="17211F"/>
                </a:solidFill>
                <a:latin typeface="Segoe UI"/>
                <a:ea typeface="Segoe UI"/>
                <a:cs typeface="Segoe UI"/>
              </a:defRPr>
            </a:lvl5pPr>
            <a:lvl6pPr algn="l">
              <a:buNone/>
              <a:defRPr sz="2925" b="1">
                <a:solidFill>
                  <a:srgbClr val="17211F"/>
                </a:solidFill>
                <a:latin typeface="Segoe UI"/>
                <a:ea typeface="Segoe UI"/>
                <a:cs typeface="Segoe UI"/>
              </a:defRPr>
            </a:lvl6pPr>
            <a:lvl7pPr algn="l">
              <a:buNone/>
              <a:defRPr sz="2925" b="1">
                <a:solidFill>
                  <a:srgbClr val="17211F"/>
                </a:solidFill>
                <a:latin typeface="Segoe UI"/>
                <a:ea typeface="Segoe UI"/>
                <a:cs typeface="Segoe UI"/>
              </a:defRPr>
            </a:lvl7pPr>
            <a:lvl8pPr algn="l">
              <a:buNone/>
              <a:defRPr sz="2925" b="1">
                <a:solidFill>
                  <a:srgbClr val="17211F"/>
                </a:solidFill>
                <a:latin typeface="Segoe UI"/>
                <a:ea typeface="Segoe UI"/>
                <a:cs typeface="Segoe UI"/>
              </a:defRPr>
            </a:lvl8pPr>
            <a:lvl9pPr algn="l">
              <a:buNone/>
              <a:defRPr sz="2925" b="1">
                <a:solidFill>
                  <a:srgbClr val="17211F"/>
                </a:solidFill>
                <a:latin typeface="Segoe UI"/>
                <a:ea typeface="Segoe UI"/>
                <a:cs typeface="Segoe UI"/>
              </a:defRPr>
            </a:lvl9pPr>
          </a:lstStyle>
          <a:p xmlns:a="http://schemas.openxmlformats.org/drawingml/2006/main">
            <a:pPr algn="l">
              <a:lnSpc>
                <a:spcPct val="108000"/>
              </a:lnSpc>
              <a:buNone/>
              <a:defRPr sz="2925" b="1">
                <a:solidFill>
                  <a:srgbClr val="17211F"/>
                </a:solidFill>
                <a:latin typeface="Segoe UI"/>
                <a:ea typeface="Segoe UI"/>
                <a:cs typeface="Segoe UI"/>
              </a:defRPr>
            </a:pPr>
            <a:r>
              <a:rPr sz="2925" b="1">
                <a:solidFill>
                  <a:srgbClr val="17211F"/>
                </a:solidFill>
                <a:latin typeface="Segoe UI"/>
                <a:ea typeface="Segoe UI"/>
                <a:cs typeface="Segoe UI"/>
              </a:rPr>
              <a:t>Kết quả và giới hạn</a:t>
            </a:r>
          </a:p>
        </p:txBody>
      </p:sp>
      <p:sp>
        <p:nvSpPr>
          <p:cNvPr id="3" name="">
            <a:extLst xmlns:a="http://schemas.openxmlformats.org/drawingml/2006/main">
              <a:ext uri="{FF2B5EF4-FFF2-40B4-BE49-F238E27FC236}">
                <a16:creationId xmlns:a16="http://schemas.microsoft.com/office/drawing/2014/main" id="{37366AA8-BE5A-4247-A71D-30DF52205D7F}"/>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9525">
            <a:solidFill>
              <a:srgbClr val="D7E3DD"/>
            </a:solidFill>
            <a:prstDash val="solid"/>
          </a:ln>
        </p:spPr>
      </p:sp>
      <p:sp>
        <p:nvSpPr>
          <p:cNvPr id="4" name="">
            <a:extLst xmlns:a="http://schemas.openxmlformats.org/drawingml/2006/main">
              <a:ext uri="{FF2B5EF4-FFF2-40B4-BE49-F238E27FC236}">
                <a16:creationId xmlns:a16="http://schemas.microsoft.com/office/drawing/2014/main" id="{16A8D20B-933B-471A-B17E-F35341376D29}"/>
              </a:ext>
            </a:extLst>
          </p:cNvPr>
          <p:cNvSpPr>
            <a:spLocks xmlns:a="http://schemas.openxmlformats.org/drawingml/2006/main" noGrp="1"/>
          </p:cNvSpPr>
          <p:nvPr/>
        </p:nvSpPr>
        <p:spPr>
          <a:xfrm xmlns:a="http://schemas.openxmlformats.org/drawingml/2006/main">
            <a:off x="685800" y="6448425"/>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a:solidFill>
                  <a:srgbClr val="526660"/>
                </a:solidFill>
                <a:latin typeface="Segoe UI"/>
                <a:ea typeface="Segoe UI"/>
                <a:cs typeface="Segoe UI"/>
              </a:defRPr>
            </a:defPPr>
            <a:lvl1pPr algn="l">
              <a:buNone/>
              <a:defRPr sz="900" b="0">
                <a:solidFill>
                  <a:srgbClr val="526660"/>
                </a:solidFill>
                <a:latin typeface="Segoe UI"/>
                <a:ea typeface="Segoe UI"/>
                <a:cs typeface="Segoe UI"/>
              </a:defRPr>
            </a:lvl1pPr>
            <a:lvl2pPr algn="l">
              <a:buNone/>
              <a:defRPr sz="900" b="0">
                <a:solidFill>
                  <a:srgbClr val="526660"/>
                </a:solidFill>
                <a:latin typeface="Segoe UI"/>
                <a:ea typeface="Segoe UI"/>
                <a:cs typeface="Segoe UI"/>
              </a:defRPr>
            </a:lvl2pPr>
            <a:lvl3pPr algn="l">
              <a:buNone/>
              <a:defRPr sz="900" b="0">
                <a:solidFill>
                  <a:srgbClr val="526660"/>
                </a:solidFill>
                <a:latin typeface="Segoe UI"/>
                <a:ea typeface="Segoe UI"/>
                <a:cs typeface="Segoe UI"/>
              </a:defRPr>
            </a:lvl3pPr>
            <a:lvl4pPr algn="l">
              <a:buNone/>
              <a:defRPr sz="900" b="0">
                <a:solidFill>
                  <a:srgbClr val="526660"/>
                </a:solidFill>
                <a:latin typeface="Segoe UI"/>
                <a:ea typeface="Segoe UI"/>
                <a:cs typeface="Segoe UI"/>
              </a:defRPr>
            </a:lvl4pPr>
            <a:lvl5pPr algn="l">
              <a:buNone/>
              <a:defRPr sz="900" b="0">
                <a:solidFill>
                  <a:srgbClr val="526660"/>
                </a:solidFill>
                <a:latin typeface="Segoe UI"/>
                <a:ea typeface="Segoe UI"/>
                <a:cs typeface="Segoe UI"/>
              </a:defRPr>
            </a:lvl5pPr>
            <a:lvl6pPr algn="l">
              <a:buNone/>
              <a:defRPr sz="900" b="0">
                <a:solidFill>
                  <a:srgbClr val="526660"/>
                </a:solidFill>
                <a:latin typeface="Segoe UI"/>
                <a:ea typeface="Segoe UI"/>
                <a:cs typeface="Segoe UI"/>
              </a:defRPr>
            </a:lvl6pPr>
            <a:lvl7pPr algn="l">
              <a:buNone/>
              <a:defRPr sz="900" b="0">
                <a:solidFill>
                  <a:srgbClr val="526660"/>
                </a:solidFill>
                <a:latin typeface="Segoe UI"/>
                <a:ea typeface="Segoe UI"/>
                <a:cs typeface="Segoe UI"/>
              </a:defRPr>
            </a:lvl7pPr>
            <a:lvl8pPr algn="l">
              <a:buNone/>
              <a:defRPr sz="900" b="0">
                <a:solidFill>
                  <a:srgbClr val="526660"/>
                </a:solidFill>
                <a:latin typeface="Segoe UI"/>
                <a:ea typeface="Segoe UI"/>
                <a:cs typeface="Segoe UI"/>
              </a:defRPr>
            </a:lvl8pPr>
            <a:lvl9pPr algn="l">
              <a:buNone/>
              <a:defRPr sz="900" b="0">
                <a:solidFill>
                  <a:srgbClr val="526660"/>
                </a:solidFill>
                <a:latin typeface="Segoe UI"/>
                <a:ea typeface="Segoe UI"/>
                <a:cs typeface="Segoe UI"/>
              </a:defRPr>
            </a:lvl9pPr>
          </a:lstStyle>
          <a:p xmlns:a="http://schemas.openxmlformats.org/drawingml/2006/main">
            <a:pPr algn="l">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LAMS · Thiết kế Web nâng cao</a:t>
            </a:r>
          </a:p>
        </p:txBody>
      </p:sp>
      <p:sp>
        <p:nvSpPr>
          <p:cNvPr id="5" name="">
            <a:extLst xmlns:a="http://schemas.openxmlformats.org/drawingml/2006/main">
              <a:ext uri="{FF2B5EF4-FFF2-40B4-BE49-F238E27FC236}">
                <a16:creationId xmlns:a16="http://schemas.microsoft.com/office/drawing/2014/main" id="{F43BA2E4-CD86-496F-A61B-5C736147024D}"/>
              </a:ext>
            </a:extLst>
          </p:cNvPr>
          <p:cNvSpPr>
            <a:spLocks xmlns:a="http://schemas.openxmlformats.org/drawingml/2006/main" noGrp="1"/>
          </p:cNvSpPr>
          <p:nvPr/>
        </p:nvSpPr>
        <p:spPr>
          <a:xfrm xmlns:a="http://schemas.openxmlformats.org/drawingml/2006/main">
            <a:off x="10953750" y="6448425"/>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26660"/>
                </a:solidFill>
                <a:latin typeface="Segoe UI"/>
                <a:ea typeface="Segoe UI"/>
                <a:cs typeface="Segoe UI"/>
              </a:defRPr>
            </a:defPPr>
            <a:lvl1pPr algn="r">
              <a:buNone/>
              <a:defRPr sz="900" b="0">
                <a:solidFill>
                  <a:srgbClr val="526660"/>
                </a:solidFill>
                <a:latin typeface="Segoe UI"/>
                <a:ea typeface="Segoe UI"/>
                <a:cs typeface="Segoe UI"/>
              </a:defRPr>
            </a:lvl1pPr>
            <a:lvl2pPr algn="r">
              <a:buNone/>
              <a:defRPr sz="900" b="0">
                <a:solidFill>
                  <a:srgbClr val="526660"/>
                </a:solidFill>
                <a:latin typeface="Segoe UI"/>
                <a:ea typeface="Segoe UI"/>
                <a:cs typeface="Segoe UI"/>
              </a:defRPr>
            </a:lvl2pPr>
            <a:lvl3pPr algn="r">
              <a:buNone/>
              <a:defRPr sz="900" b="0">
                <a:solidFill>
                  <a:srgbClr val="526660"/>
                </a:solidFill>
                <a:latin typeface="Segoe UI"/>
                <a:ea typeface="Segoe UI"/>
                <a:cs typeface="Segoe UI"/>
              </a:defRPr>
            </a:lvl3pPr>
            <a:lvl4pPr algn="r">
              <a:buNone/>
              <a:defRPr sz="900" b="0">
                <a:solidFill>
                  <a:srgbClr val="526660"/>
                </a:solidFill>
                <a:latin typeface="Segoe UI"/>
                <a:ea typeface="Segoe UI"/>
                <a:cs typeface="Segoe UI"/>
              </a:defRPr>
            </a:lvl4pPr>
            <a:lvl5pPr algn="r">
              <a:buNone/>
              <a:defRPr sz="900" b="0">
                <a:solidFill>
                  <a:srgbClr val="526660"/>
                </a:solidFill>
                <a:latin typeface="Segoe UI"/>
                <a:ea typeface="Segoe UI"/>
                <a:cs typeface="Segoe UI"/>
              </a:defRPr>
            </a:lvl5pPr>
            <a:lvl6pPr algn="r">
              <a:buNone/>
              <a:defRPr sz="900" b="0">
                <a:solidFill>
                  <a:srgbClr val="526660"/>
                </a:solidFill>
                <a:latin typeface="Segoe UI"/>
                <a:ea typeface="Segoe UI"/>
                <a:cs typeface="Segoe UI"/>
              </a:defRPr>
            </a:lvl6pPr>
            <a:lvl7pPr algn="r">
              <a:buNone/>
              <a:defRPr sz="900" b="0">
                <a:solidFill>
                  <a:srgbClr val="526660"/>
                </a:solidFill>
                <a:latin typeface="Segoe UI"/>
                <a:ea typeface="Segoe UI"/>
                <a:cs typeface="Segoe UI"/>
              </a:defRPr>
            </a:lvl7pPr>
            <a:lvl8pPr algn="r">
              <a:buNone/>
              <a:defRPr sz="900" b="0">
                <a:solidFill>
                  <a:srgbClr val="526660"/>
                </a:solidFill>
                <a:latin typeface="Segoe UI"/>
                <a:ea typeface="Segoe UI"/>
                <a:cs typeface="Segoe UI"/>
              </a:defRPr>
            </a:lvl8pPr>
            <a:lvl9pPr algn="r">
              <a:buNone/>
              <a:defRPr sz="900" b="0">
                <a:solidFill>
                  <a:srgbClr val="526660"/>
                </a:solidFill>
                <a:latin typeface="Segoe UI"/>
                <a:ea typeface="Segoe UI"/>
                <a:cs typeface="Segoe UI"/>
              </a:defRPr>
            </a:lvl9pPr>
          </a:lstStyle>
          <a:p xmlns:a="http://schemas.openxmlformats.org/drawingml/2006/main">
            <a:pPr algn="r">
              <a:lnSpc>
                <a:spcPct val="108000"/>
              </a:lnSpc>
              <a:buNone/>
              <a:defRPr sz="900" b="0">
                <a:solidFill>
                  <a:srgbClr val="526660"/>
                </a:solidFill>
                <a:latin typeface="Segoe UI"/>
                <a:ea typeface="Segoe UI"/>
                <a:cs typeface="Segoe UI"/>
              </a:defRPr>
            </a:pPr>
            <a:r>
              <a:rPr sz="900" b="0">
                <a:solidFill>
                  <a:srgbClr val="526660"/>
                </a:solidFill>
                <a:latin typeface="Segoe UI"/>
                <a:ea typeface="Segoe UI"/>
                <a:cs typeface="Segoe UI"/>
              </a:rPr>
              <a:t>14</a:t>
            </a:r>
          </a:p>
        </p:txBody>
      </p:sp>
      <p:sp>
        <p:nvSpPr>
          <p:cNvPr id="6" name="">
            <a:extLst xmlns:a="http://schemas.openxmlformats.org/drawingml/2006/main">
              <a:ext uri="{FF2B5EF4-FFF2-40B4-BE49-F238E27FC236}">
                <a16:creationId xmlns:a16="http://schemas.microsoft.com/office/drawing/2014/main" id="{12AF4932-5E25-4594-A51E-828EC8441D4B}"/>
              </a:ext>
            </a:extLst>
          </p:cNvPr>
          <p:cNvSpPr>
            <a:spLocks xmlns:a="http://schemas.openxmlformats.org/drawingml/2006/main" noGrp="1"/>
          </p:cNvSpPr>
          <p:nvPr/>
        </p:nvSpPr>
        <p:spPr>
          <a:xfrm xmlns:a="http://schemas.openxmlformats.org/drawingml/2006/main">
            <a:off x="704850" y="1990725"/>
            <a:ext cx="2933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F766E"/>
                </a:solidFill>
                <a:latin typeface="Segoe UI"/>
                <a:ea typeface="Segoe UI"/>
                <a:cs typeface="Segoe UI"/>
              </a:defRPr>
            </a:defPPr>
            <a:lvl1pPr algn="l">
              <a:buNone/>
              <a:defRPr sz="2325" b="1">
                <a:solidFill>
                  <a:srgbClr val="0F766E"/>
                </a:solidFill>
                <a:latin typeface="Segoe UI"/>
                <a:ea typeface="Segoe UI"/>
                <a:cs typeface="Segoe UI"/>
              </a:defRPr>
            </a:lvl1pPr>
            <a:lvl2pPr algn="l">
              <a:buNone/>
              <a:defRPr sz="2325" b="1">
                <a:solidFill>
                  <a:srgbClr val="0F766E"/>
                </a:solidFill>
                <a:latin typeface="Segoe UI"/>
                <a:ea typeface="Segoe UI"/>
                <a:cs typeface="Segoe UI"/>
              </a:defRPr>
            </a:lvl2pPr>
            <a:lvl3pPr algn="l">
              <a:buNone/>
              <a:defRPr sz="2325" b="1">
                <a:solidFill>
                  <a:srgbClr val="0F766E"/>
                </a:solidFill>
                <a:latin typeface="Segoe UI"/>
                <a:ea typeface="Segoe UI"/>
                <a:cs typeface="Segoe UI"/>
              </a:defRPr>
            </a:lvl3pPr>
            <a:lvl4pPr algn="l">
              <a:buNone/>
              <a:defRPr sz="2325" b="1">
                <a:solidFill>
                  <a:srgbClr val="0F766E"/>
                </a:solidFill>
                <a:latin typeface="Segoe UI"/>
                <a:ea typeface="Segoe UI"/>
                <a:cs typeface="Segoe UI"/>
              </a:defRPr>
            </a:lvl4pPr>
            <a:lvl5pPr algn="l">
              <a:buNone/>
              <a:defRPr sz="2325" b="1">
                <a:solidFill>
                  <a:srgbClr val="0F766E"/>
                </a:solidFill>
                <a:latin typeface="Segoe UI"/>
                <a:ea typeface="Segoe UI"/>
                <a:cs typeface="Segoe UI"/>
              </a:defRPr>
            </a:lvl5pPr>
            <a:lvl6pPr algn="l">
              <a:buNone/>
              <a:defRPr sz="2325" b="1">
                <a:solidFill>
                  <a:srgbClr val="0F766E"/>
                </a:solidFill>
                <a:latin typeface="Segoe UI"/>
                <a:ea typeface="Segoe UI"/>
                <a:cs typeface="Segoe UI"/>
              </a:defRPr>
            </a:lvl6pPr>
            <a:lvl7pPr algn="l">
              <a:buNone/>
              <a:defRPr sz="2325" b="1">
                <a:solidFill>
                  <a:srgbClr val="0F766E"/>
                </a:solidFill>
                <a:latin typeface="Segoe UI"/>
                <a:ea typeface="Segoe UI"/>
                <a:cs typeface="Segoe UI"/>
              </a:defRPr>
            </a:lvl7pPr>
            <a:lvl8pPr algn="l">
              <a:buNone/>
              <a:defRPr sz="2325" b="1">
                <a:solidFill>
                  <a:srgbClr val="0F766E"/>
                </a:solidFill>
                <a:latin typeface="Segoe UI"/>
                <a:ea typeface="Segoe UI"/>
                <a:cs typeface="Segoe UI"/>
              </a:defRPr>
            </a:lvl8pPr>
            <a:lvl9pPr algn="l">
              <a:buNone/>
              <a:defRPr sz="2325" b="1">
                <a:solidFill>
                  <a:srgbClr val="0F766E"/>
                </a:solidFill>
                <a:latin typeface="Segoe UI"/>
                <a:ea typeface="Segoe UI"/>
                <a:cs typeface="Segoe UI"/>
              </a:defRPr>
            </a:lvl9pPr>
          </a:lstStyle>
          <a:p xmlns:a="http://schemas.openxmlformats.org/drawingml/2006/main">
            <a:pPr algn="l">
              <a:lnSpc>
                <a:spcPct val="108000"/>
              </a:lnSpc>
              <a:buNone/>
              <a:defRPr sz="2325" b="1">
                <a:solidFill>
                  <a:srgbClr val="0F766E"/>
                </a:solidFill>
                <a:latin typeface="Segoe UI"/>
                <a:ea typeface="Segoe UI"/>
                <a:cs typeface="Segoe UI"/>
              </a:defRPr>
            </a:pPr>
            <a:r>
              <a:rPr sz="2325" b="1">
                <a:solidFill>
                  <a:srgbClr val="0F766E"/>
                </a:solidFill>
                <a:latin typeface="Segoe UI"/>
                <a:ea typeface="Segoe UI"/>
                <a:cs typeface="Segoe UI"/>
              </a:rPr>
              <a:t>Đã có</a:t>
            </a:r>
          </a:p>
        </p:txBody>
      </p:sp>
      <p:sp>
        <p:nvSpPr>
          <p:cNvPr id="7" name="">
            <a:extLst xmlns:a="http://schemas.openxmlformats.org/drawingml/2006/main">
              <a:ext uri="{FF2B5EF4-FFF2-40B4-BE49-F238E27FC236}">
                <a16:creationId xmlns:a16="http://schemas.microsoft.com/office/drawing/2014/main" id="{2F14AC20-5D03-4496-9189-B8145DDF6EEE}"/>
              </a:ext>
            </a:extLst>
          </p:cNvPr>
          <p:cNvSpPr>
            <a:spLocks xmlns:a="http://schemas.openxmlformats.org/drawingml/2006/main" noGrp="1"/>
          </p:cNvSpPr>
          <p:nvPr/>
        </p:nvSpPr>
        <p:spPr>
          <a:xfrm xmlns:a="http://schemas.openxmlformats.org/drawingml/2006/main">
            <a:off x="704850" y="2581275"/>
            <a:ext cx="288607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Desktop Windows local</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Auth, Catalog, lưu thông</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Kiểm kê, PR #25 trên main</a:t>
            </a:r>
          </a:p>
        </p:txBody>
      </p:sp>
      <p:sp>
        <p:nvSpPr>
          <p:cNvPr id="8" name="">
            <a:extLst xmlns:a="http://schemas.openxmlformats.org/drawingml/2006/main">
              <a:ext uri="{FF2B5EF4-FFF2-40B4-BE49-F238E27FC236}">
                <a16:creationId xmlns:a16="http://schemas.microsoft.com/office/drawing/2014/main" id="{FCAFE1EC-2DEE-47B8-BCA0-90E778053AB3}"/>
              </a:ext>
            </a:extLst>
          </p:cNvPr>
          <p:cNvSpPr>
            <a:spLocks xmlns:a="http://schemas.openxmlformats.org/drawingml/2006/main" noGrp="1"/>
          </p:cNvSpPr>
          <p:nvPr/>
        </p:nvSpPr>
        <p:spPr>
          <a:xfrm xmlns:a="http://schemas.openxmlformats.org/drawingml/2006/main">
            <a:off x="38862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9" name="">
            <a:extLst xmlns:a="http://schemas.openxmlformats.org/drawingml/2006/main">
              <a:ext uri="{FF2B5EF4-FFF2-40B4-BE49-F238E27FC236}">
                <a16:creationId xmlns:a16="http://schemas.microsoft.com/office/drawing/2014/main" id="{70D54489-02FE-4FC6-BAF7-E786BDAF8F86}"/>
              </a:ext>
            </a:extLst>
          </p:cNvPr>
          <p:cNvSpPr>
            <a:spLocks xmlns:a="http://schemas.openxmlformats.org/drawingml/2006/main" noGrp="1"/>
          </p:cNvSpPr>
          <p:nvPr/>
        </p:nvSpPr>
        <p:spPr>
          <a:xfrm xmlns:a="http://schemas.openxmlformats.org/drawingml/2006/main">
            <a:off x="4286250" y="1990725"/>
            <a:ext cx="3238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9D5B14"/>
                </a:solidFill>
                <a:latin typeface="Segoe UI"/>
                <a:ea typeface="Segoe UI"/>
                <a:cs typeface="Segoe UI"/>
              </a:defRPr>
            </a:defPPr>
            <a:lvl1pPr algn="l">
              <a:buNone/>
              <a:defRPr sz="2325" b="1">
                <a:solidFill>
                  <a:srgbClr val="9D5B14"/>
                </a:solidFill>
                <a:latin typeface="Segoe UI"/>
                <a:ea typeface="Segoe UI"/>
                <a:cs typeface="Segoe UI"/>
              </a:defRPr>
            </a:lvl1pPr>
            <a:lvl2pPr algn="l">
              <a:buNone/>
              <a:defRPr sz="2325" b="1">
                <a:solidFill>
                  <a:srgbClr val="9D5B14"/>
                </a:solidFill>
                <a:latin typeface="Segoe UI"/>
                <a:ea typeface="Segoe UI"/>
                <a:cs typeface="Segoe UI"/>
              </a:defRPr>
            </a:lvl2pPr>
            <a:lvl3pPr algn="l">
              <a:buNone/>
              <a:defRPr sz="2325" b="1">
                <a:solidFill>
                  <a:srgbClr val="9D5B14"/>
                </a:solidFill>
                <a:latin typeface="Segoe UI"/>
                <a:ea typeface="Segoe UI"/>
                <a:cs typeface="Segoe UI"/>
              </a:defRPr>
            </a:lvl3pPr>
            <a:lvl4pPr algn="l">
              <a:buNone/>
              <a:defRPr sz="2325" b="1">
                <a:solidFill>
                  <a:srgbClr val="9D5B14"/>
                </a:solidFill>
                <a:latin typeface="Segoe UI"/>
                <a:ea typeface="Segoe UI"/>
                <a:cs typeface="Segoe UI"/>
              </a:defRPr>
            </a:lvl4pPr>
            <a:lvl5pPr algn="l">
              <a:buNone/>
              <a:defRPr sz="2325" b="1">
                <a:solidFill>
                  <a:srgbClr val="9D5B14"/>
                </a:solidFill>
                <a:latin typeface="Segoe UI"/>
                <a:ea typeface="Segoe UI"/>
                <a:cs typeface="Segoe UI"/>
              </a:defRPr>
            </a:lvl5pPr>
            <a:lvl6pPr algn="l">
              <a:buNone/>
              <a:defRPr sz="2325" b="1">
                <a:solidFill>
                  <a:srgbClr val="9D5B14"/>
                </a:solidFill>
                <a:latin typeface="Segoe UI"/>
                <a:ea typeface="Segoe UI"/>
                <a:cs typeface="Segoe UI"/>
              </a:defRPr>
            </a:lvl6pPr>
            <a:lvl7pPr algn="l">
              <a:buNone/>
              <a:defRPr sz="2325" b="1">
                <a:solidFill>
                  <a:srgbClr val="9D5B14"/>
                </a:solidFill>
                <a:latin typeface="Segoe UI"/>
                <a:ea typeface="Segoe UI"/>
                <a:cs typeface="Segoe UI"/>
              </a:defRPr>
            </a:lvl7pPr>
            <a:lvl8pPr algn="l">
              <a:buNone/>
              <a:defRPr sz="2325" b="1">
                <a:solidFill>
                  <a:srgbClr val="9D5B14"/>
                </a:solidFill>
                <a:latin typeface="Segoe UI"/>
                <a:ea typeface="Segoe UI"/>
                <a:cs typeface="Segoe UI"/>
              </a:defRPr>
            </a:lvl8pPr>
            <a:lvl9pPr algn="l">
              <a:buNone/>
              <a:defRPr sz="2325" b="1">
                <a:solidFill>
                  <a:srgbClr val="9D5B14"/>
                </a:solidFill>
                <a:latin typeface="Segoe UI"/>
                <a:ea typeface="Segoe UI"/>
                <a:cs typeface="Segoe UI"/>
              </a:defRPr>
            </a:lvl9pPr>
          </a:lstStyle>
          <a:p xmlns:a="http://schemas.openxmlformats.org/drawingml/2006/main">
            <a:pPr algn="l">
              <a:lnSpc>
                <a:spcPct val="108000"/>
              </a:lnSpc>
              <a:buNone/>
              <a:defRPr sz="2325" b="1">
                <a:solidFill>
                  <a:srgbClr val="9D5B14"/>
                </a:solidFill>
                <a:latin typeface="Segoe UI"/>
                <a:ea typeface="Segoe UI"/>
                <a:cs typeface="Segoe UI"/>
              </a:defRPr>
            </a:pPr>
            <a:r>
              <a:rPr sz="2325" b="1">
                <a:solidFill>
                  <a:srgbClr val="9D5B14"/>
                </a:solidFill>
                <a:latin typeface="Segoe UI"/>
                <a:ea typeface="Segoe UI"/>
                <a:cs typeface="Segoe UI"/>
              </a:rPr>
              <a:t>Đang review</a:t>
            </a:r>
          </a:p>
        </p:txBody>
      </p:sp>
      <p:sp>
        <p:nvSpPr>
          <p:cNvPr id="10" name="">
            <a:extLst xmlns:a="http://schemas.openxmlformats.org/drawingml/2006/main">
              <a:ext uri="{FF2B5EF4-FFF2-40B4-BE49-F238E27FC236}">
                <a16:creationId xmlns:a16="http://schemas.microsoft.com/office/drawing/2014/main" id="{B89B8E4D-A9AF-408B-863B-9470B3641893}"/>
              </a:ext>
            </a:extLst>
          </p:cNvPr>
          <p:cNvSpPr>
            <a:spLocks xmlns:a="http://schemas.openxmlformats.org/drawingml/2006/main" noGrp="1"/>
          </p:cNvSpPr>
          <p:nvPr/>
        </p:nvSpPr>
        <p:spPr>
          <a:xfrm xmlns:a="http://schemas.openxmlformats.org/drawingml/2006/main">
            <a:off x="4286250" y="2581275"/>
            <a:ext cx="3219450"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PR #27 còn ở trạng thái draft</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Giao diện mới chờ review</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Acquisition chưa đủ điều kiện merge</a:t>
            </a:r>
          </a:p>
        </p:txBody>
      </p:sp>
      <p:sp>
        <p:nvSpPr>
          <p:cNvPr id="11" name="">
            <a:extLst xmlns:a="http://schemas.openxmlformats.org/drawingml/2006/main">
              <a:ext uri="{FF2B5EF4-FFF2-40B4-BE49-F238E27FC236}">
                <a16:creationId xmlns:a16="http://schemas.microsoft.com/office/drawing/2014/main" id="{8682B886-1180-4B44-AF05-70F484795158}"/>
              </a:ext>
            </a:extLst>
          </p:cNvPr>
          <p:cNvSpPr>
            <a:spLocks xmlns:a="http://schemas.openxmlformats.org/drawingml/2006/main" noGrp="1"/>
          </p:cNvSpPr>
          <p:nvPr/>
        </p:nvSpPr>
        <p:spPr>
          <a:xfrm xmlns:a="http://schemas.openxmlformats.org/drawingml/2006/main">
            <a:off x="7772400" y="1952625"/>
            <a:ext cx="0" cy="3333750"/>
          </a:xfrm>
          <a:prstGeom xmlns:a="http://schemas.openxmlformats.org/drawingml/2006/main" prst="line">
            <a:avLst/>
          </a:prstGeom>
          <a:noFill xmlns:a="http://schemas.openxmlformats.org/drawingml/2006/main"/>
          <a:ln xmlns:a="http://schemas.openxmlformats.org/drawingml/2006/main" w="19050">
            <a:solidFill>
              <a:srgbClr val="D7E3DD"/>
            </a:solidFill>
            <a:prstDash val="solid"/>
          </a:ln>
        </p:spPr>
      </p:sp>
      <p:sp>
        <p:nvSpPr>
          <p:cNvPr id="12" name="">
            <a:extLst xmlns:a="http://schemas.openxmlformats.org/drawingml/2006/main">
              <a:ext uri="{FF2B5EF4-FFF2-40B4-BE49-F238E27FC236}">
                <a16:creationId xmlns:a16="http://schemas.microsoft.com/office/drawing/2014/main" id="{31B89999-D3DA-4B9B-8B22-4526D4D070B1}"/>
              </a:ext>
            </a:extLst>
          </p:cNvPr>
          <p:cNvSpPr>
            <a:spLocks xmlns:a="http://schemas.openxmlformats.org/drawingml/2006/main" noGrp="1"/>
          </p:cNvSpPr>
          <p:nvPr/>
        </p:nvSpPr>
        <p:spPr>
          <a:xfrm xmlns:a="http://schemas.openxmlformats.org/drawingml/2006/main">
            <a:off x="8181975" y="1990725"/>
            <a:ext cx="32670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0C403C"/>
                </a:solidFill>
                <a:latin typeface="Segoe UI"/>
                <a:ea typeface="Segoe UI"/>
                <a:cs typeface="Segoe UI"/>
              </a:defRPr>
            </a:defPPr>
            <a:lvl1pPr algn="l">
              <a:buNone/>
              <a:defRPr sz="2325" b="1">
                <a:solidFill>
                  <a:srgbClr val="0C403C"/>
                </a:solidFill>
                <a:latin typeface="Segoe UI"/>
                <a:ea typeface="Segoe UI"/>
                <a:cs typeface="Segoe UI"/>
              </a:defRPr>
            </a:lvl1pPr>
            <a:lvl2pPr algn="l">
              <a:buNone/>
              <a:defRPr sz="2325" b="1">
                <a:solidFill>
                  <a:srgbClr val="0C403C"/>
                </a:solidFill>
                <a:latin typeface="Segoe UI"/>
                <a:ea typeface="Segoe UI"/>
                <a:cs typeface="Segoe UI"/>
              </a:defRPr>
            </a:lvl2pPr>
            <a:lvl3pPr algn="l">
              <a:buNone/>
              <a:defRPr sz="2325" b="1">
                <a:solidFill>
                  <a:srgbClr val="0C403C"/>
                </a:solidFill>
                <a:latin typeface="Segoe UI"/>
                <a:ea typeface="Segoe UI"/>
                <a:cs typeface="Segoe UI"/>
              </a:defRPr>
            </a:lvl3pPr>
            <a:lvl4pPr algn="l">
              <a:buNone/>
              <a:defRPr sz="2325" b="1">
                <a:solidFill>
                  <a:srgbClr val="0C403C"/>
                </a:solidFill>
                <a:latin typeface="Segoe UI"/>
                <a:ea typeface="Segoe UI"/>
                <a:cs typeface="Segoe UI"/>
              </a:defRPr>
            </a:lvl4pPr>
            <a:lvl5pPr algn="l">
              <a:buNone/>
              <a:defRPr sz="2325" b="1">
                <a:solidFill>
                  <a:srgbClr val="0C403C"/>
                </a:solidFill>
                <a:latin typeface="Segoe UI"/>
                <a:ea typeface="Segoe UI"/>
                <a:cs typeface="Segoe UI"/>
              </a:defRPr>
            </a:lvl5pPr>
            <a:lvl6pPr algn="l">
              <a:buNone/>
              <a:defRPr sz="2325" b="1">
                <a:solidFill>
                  <a:srgbClr val="0C403C"/>
                </a:solidFill>
                <a:latin typeface="Segoe UI"/>
                <a:ea typeface="Segoe UI"/>
                <a:cs typeface="Segoe UI"/>
              </a:defRPr>
            </a:lvl6pPr>
            <a:lvl7pPr algn="l">
              <a:buNone/>
              <a:defRPr sz="2325" b="1">
                <a:solidFill>
                  <a:srgbClr val="0C403C"/>
                </a:solidFill>
                <a:latin typeface="Segoe UI"/>
                <a:ea typeface="Segoe UI"/>
                <a:cs typeface="Segoe UI"/>
              </a:defRPr>
            </a:lvl7pPr>
            <a:lvl8pPr algn="l">
              <a:buNone/>
              <a:defRPr sz="2325" b="1">
                <a:solidFill>
                  <a:srgbClr val="0C403C"/>
                </a:solidFill>
                <a:latin typeface="Segoe UI"/>
                <a:ea typeface="Segoe UI"/>
                <a:cs typeface="Segoe UI"/>
              </a:defRPr>
            </a:lvl8pPr>
            <a:lvl9pPr algn="l">
              <a:buNone/>
              <a:defRPr sz="2325" b="1">
                <a:solidFill>
                  <a:srgbClr val="0C403C"/>
                </a:solidFill>
                <a:latin typeface="Segoe UI"/>
                <a:ea typeface="Segoe UI"/>
                <a:cs typeface="Segoe UI"/>
              </a:defRPr>
            </a:lvl9pPr>
          </a:lstStyle>
          <a:p xmlns:a="http://schemas.openxmlformats.org/drawingml/2006/main">
            <a:pPr algn="l">
              <a:lnSpc>
                <a:spcPct val="108000"/>
              </a:lnSpc>
              <a:buNone/>
              <a:defRPr sz="2325" b="1">
                <a:solidFill>
                  <a:srgbClr val="0C403C"/>
                </a:solidFill>
                <a:latin typeface="Segoe UI"/>
                <a:ea typeface="Segoe UI"/>
                <a:cs typeface="Segoe UI"/>
              </a:defRPr>
            </a:pPr>
            <a:r>
              <a:rPr sz="2325" b="1">
                <a:solidFill>
                  <a:srgbClr val="0C403C"/>
                </a:solidFill>
                <a:latin typeface="Segoe UI"/>
                <a:ea typeface="Segoe UI"/>
                <a:cs typeface="Segoe UI"/>
              </a:rPr>
              <a:t>Chưa phát hành</a:t>
            </a:r>
          </a:p>
        </p:txBody>
      </p:sp>
      <p:sp>
        <p:nvSpPr>
          <p:cNvPr id="13" name="">
            <a:extLst xmlns:a="http://schemas.openxmlformats.org/drawingml/2006/main">
              <a:ext uri="{FF2B5EF4-FFF2-40B4-BE49-F238E27FC236}">
                <a16:creationId xmlns:a16="http://schemas.microsoft.com/office/drawing/2014/main" id="{0BE4E59F-9399-48CA-9F87-82AE1921601B}"/>
              </a:ext>
            </a:extLst>
          </p:cNvPr>
          <p:cNvSpPr>
            <a:spLocks xmlns:a="http://schemas.openxmlformats.org/drawingml/2006/main" noGrp="1"/>
          </p:cNvSpPr>
          <p:nvPr/>
        </p:nvSpPr>
        <p:spPr>
          <a:xfrm xmlns:a="http://schemas.openxmlformats.org/drawingml/2006/main">
            <a:off x="8181975" y="2581275"/>
            <a:ext cx="3209925" cy="1990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7211F"/>
                </a:solidFill>
                <a:latin typeface="Segoe UI"/>
                <a:ea typeface="Segoe UI"/>
                <a:cs typeface="Segoe UI"/>
              </a:defRPr>
            </a:defPPr>
            <a:lvl1pPr algn="l">
              <a:buNone/>
              <a:defRPr sz="1725" b="0">
                <a:solidFill>
                  <a:srgbClr val="17211F"/>
                </a:solidFill>
                <a:latin typeface="Segoe UI"/>
                <a:ea typeface="Segoe UI"/>
                <a:cs typeface="Segoe UI"/>
              </a:defRPr>
            </a:lvl1pPr>
            <a:lvl2pPr algn="l">
              <a:buNone/>
              <a:defRPr sz="1725" b="0">
                <a:solidFill>
                  <a:srgbClr val="17211F"/>
                </a:solidFill>
                <a:latin typeface="Segoe UI"/>
                <a:ea typeface="Segoe UI"/>
                <a:cs typeface="Segoe UI"/>
              </a:defRPr>
            </a:lvl2pPr>
            <a:lvl3pPr algn="l">
              <a:buNone/>
              <a:defRPr sz="1725" b="0">
                <a:solidFill>
                  <a:srgbClr val="17211F"/>
                </a:solidFill>
                <a:latin typeface="Segoe UI"/>
                <a:ea typeface="Segoe UI"/>
                <a:cs typeface="Segoe UI"/>
              </a:defRPr>
            </a:lvl3pPr>
            <a:lvl4pPr algn="l">
              <a:buNone/>
              <a:defRPr sz="1725" b="0">
                <a:solidFill>
                  <a:srgbClr val="17211F"/>
                </a:solidFill>
                <a:latin typeface="Segoe UI"/>
                <a:ea typeface="Segoe UI"/>
                <a:cs typeface="Segoe UI"/>
              </a:defRPr>
            </a:lvl4pPr>
            <a:lvl5pPr algn="l">
              <a:buNone/>
              <a:defRPr sz="1725" b="0">
                <a:solidFill>
                  <a:srgbClr val="17211F"/>
                </a:solidFill>
                <a:latin typeface="Segoe UI"/>
                <a:ea typeface="Segoe UI"/>
                <a:cs typeface="Segoe UI"/>
              </a:defRPr>
            </a:lvl5pPr>
            <a:lvl6pPr algn="l">
              <a:buNone/>
              <a:defRPr sz="1725" b="0">
                <a:solidFill>
                  <a:srgbClr val="17211F"/>
                </a:solidFill>
                <a:latin typeface="Segoe UI"/>
                <a:ea typeface="Segoe UI"/>
                <a:cs typeface="Segoe UI"/>
              </a:defRPr>
            </a:lvl6pPr>
            <a:lvl7pPr algn="l">
              <a:buNone/>
              <a:defRPr sz="1725" b="0">
                <a:solidFill>
                  <a:srgbClr val="17211F"/>
                </a:solidFill>
                <a:latin typeface="Segoe UI"/>
                <a:ea typeface="Segoe UI"/>
                <a:cs typeface="Segoe UI"/>
              </a:defRPr>
            </a:lvl7pPr>
            <a:lvl8pPr algn="l">
              <a:buNone/>
              <a:defRPr sz="1725" b="0">
                <a:solidFill>
                  <a:srgbClr val="17211F"/>
                </a:solidFill>
                <a:latin typeface="Segoe UI"/>
                <a:ea typeface="Segoe UI"/>
                <a:cs typeface="Segoe UI"/>
              </a:defRPr>
            </a:lvl8pPr>
            <a:lvl9pPr algn="l">
              <a:buNone/>
              <a:defRPr sz="1725" b="0">
                <a:solidFill>
                  <a:srgbClr val="17211F"/>
                </a:solidFill>
                <a:latin typeface="Segoe UI"/>
                <a:ea typeface="Segoe UI"/>
                <a:cs typeface="Segoe UI"/>
              </a:defRPr>
            </a:lvl9pPr>
          </a:lstStyle>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có pilot HTTPS thật</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ký số và auto-update</a:t>
            </a:r>
          </a:p>
          <a:p xmlns:a="http://schemas.openxmlformats.org/drawingml/2006/main">
            <a:pPr algn="l">
              <a:lnSpc>
                <a:spcPct val="108000"/>
              </a:lnSpc>
              <a:buNone/>
              <a:defRPr sz="1725" b="0">
                <a:solidFill>
                  <a:srgbClr val="17211F"/>
                </a:solidFill>
                <a:latin typeface="Segoe UI"/>
                <a:ea typeface="Segoe UI"/>
                <a:cs typeface="Segoe UI"/>
              </a:defRPr>
            </a:pPr>
            <a:r>
              <a:rPr sz="1725" b="0">
                <a:solidFill>
                  <a:srgbClr val="17211F"/>
                </a:solidFill>
                <a:latin typeface="Segoe UI"/>
                <a:ea typeface="Segoe UI"/>
                <a:cs typeface="Segoe UI"/>
              </a:rPr>
              <a:t>Chưa nghiệm thu máy Windows thứ hai</a:t>
            </a:r>
          </a:p>
        </p:txBody>
      </p:sp>
    </p:spTree>
    <p:extLst>
      <p:ext uri="{BB962C8B-B14F-4D97-AF65-F5344CB8AC3E}">
        <p14:creationId xmlns:p14="http://schemas.microsoft.com/office/powerpoint/2010/main" val="530117063"/>
      </p:ext>
    </p:extLst>
  </p:cSld>
</p:sld>
</file>

<file path=ppt/slides/slide15.xml><?xml version="1.0" encoding="utf-8"?>
<p:sld xmlns:p="http://schemas.openxmlformats.org/presentationml/2006/main">
  <p:cSld>
    <p:bg>
      <p:bgPr>
        <a:solidFill xmlns:a="http://schemas.openxmlformats.org/drawingml/2006/main">
          <a:srgbClr val="0C403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7A5AA8-15EE-4716-85B0-D2D347BF48B3}"/>
              </a:ext>
            </a:extLst>
          </p:cNvPr>
          <p:cNvSpPr>
            <a:spLocks xmlns:a="http://schemas.openxmlformats.org/drawingml/2006/main" noGrp="1"/>
          </p:cNvSpPr>
          <p:nvPr/>
        </p:nvSpPr>
        <p:spPr>
          <a:xfrm xmlns:a="http://schemas.openxmlformats.org/drawingml/2006/main">
            <a:off x="695325" y="638175"/>
            <a:ext cx="5715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125" b="1">
                <a:solidFill>
                  <a:srgbClr val="BDE8CB"/>
                </a:solidFill>
                <a:latin typeface="Segoe UI"/>
                <a:ea typeface="Segoe UI"/>
                <a:cs typeface="Segoe UI"/>
              </a:defRPr>
            </a:defPPr>
            <a:lvl1pPr algn="l">
              <a:buNone/>
              <a:defRPr sz="4125" b="1">
                <a:solidFill>
                  <a:srgbClr val="BDE8CB"/>
                </a:solidFill>
                <a:latin typeface="Segoe UI"/>
                <a:ea typeface="Segoe UI"/>
                <a:cs typeface="Segoe UI"/>
              </a:defRPr>
            </a:lvl1pPr>
            <a:lvl2pPr algn="l">
              <a:buNone/>
              <a:defRPr sz="4125" b="1">
                <a:solidFill>
                  <a:srgbClr val="BDE8CB"/>
                </a:solidFill>
                <a:latin typeface="Segoe UI"/>
                <a:ea typeface="Segoe UI"/>
                <a:cs typeface="Segoe UI"/>
              </a:defRPr>
            </a:lvl2pPr>
            <a:lvl3pPr algn="l">
              <a:buNone/>
              <a:defRPr sz="4125" b="1">
                <a:solidFill>
                  <a:srgbClr val="BDE8CB"/>
                </a:solidFill>
                <a:latin typeface="Segoe UI"/>
                <a:ea typeface="Segoe UI"/>
                <a:cs typeface="Segoe UI"/>
              </a:defRPr>
            </a:lvl3pPr>
            <a:lvl4pPr algn="l">
              <a:buNone/>
              <a:defRPr sz="4125" b="1">
                <a:solidFill>
                  <a:srgbClr val="BDE8CB"/>
                </a:solidFill>
                <a:latin typeface="Segoe UI"/>
                <a:ea typeface="Segoe UI"/>
                <a:cs typeface="Segoe UI"/>
              </a:defRPr>
            </a:lvl4pPr>
            <a:lvl5pPr algn="l">
              <a:buNone/>
              <a:defRPr sz="4125" b="1">
                <a:solidFill>
                  <a:srgbClr val="BDE8CB"/>
                </a:solidFill>
                <a:latin typeface="Segoe UI"/>
                <a:ea typeface="Segoe UI"/>
                <a:cs typeface="Segoe UI"/>
              </a:defRPr>
            </a:lvl5pPr>
            <a:lvl6pPr algn="l">
              <a:buNone/>
              <a:defRPr sz="4125" b="1">
                <a:solidFill>
                  <a:srgbClr val="BDE8CB"/>
                </a:solidFill>
                <a:latin typeface="Segoe UI"/>
                <a:ea typeface="Segoe UI"/>
                <a:cs typeface="Segoe UI"/>
              </a:defRPr>
            </a:lvl6pPr>
            <a:lvl7pPr algn="l">
              <a:buNone/>
              <a:defRPr sz="4125" b="1">
                <a:solidFill>
                  <a:srgbClr val="BDE8CB"/>
                </a:solidFill>
                <a:latin typeface="Segoe UI"/>
                <a:ea typeface="Segoe UI"/>
                <a:cs typeface="Segoe UI"/>
              </a:defRPr>
            </a:lvl7pPr>
            <a:lvl8pPr algn="l">
              <a:buNone/>
              <a:defRPr sz="4125" b="1">
                <a:solidFill>
                  <a:srgbClr val="BDE8CB"/>
                </a:solidFill>
                <a:latin typeface="Segoe UI"/>
                <a:ea typeface="Segoe UI"/>
                <a:cs typeface="Segoe UI"/>
              </a:defRPr>
            </a:lvl8pPr>
            <a:lvl9pPr algn="l">
              <a:buNone/>
              <a:defRPr sz="4125" b="1">
                <a:solidFill>
                  <a:srgbClr val="BDE8CB"/>
                </a:solidFill>
                <a:latin typeface="Segoe UI"/>
                <a:ea typeface="Segoe UI"/>
                <a:cs typeface="Segoe UI"/>
              </a:defRPr>
            </a:lvl9pPr>
          </a:lstStyle>
          <a:p xmlns:a="http://schemas.openxmlformats.org/drawingml/2006/main">
            <a:pPr algn="l">
              <a:lnSpc>
                <a:spcPct val="108000"/>
              </a:lnSpc>
              <a:buNone/>
              <a:defRPr sz="4125" b="1">
                <a:solidFill>
                  <a:srgbClr val="BDE8CB"/>
                </a:solidFill>
                <a:latin typeface="Segoe UI"/>
                <a:ea typeface="Segoe UI"/>
                <a:cs typeface="Segoe UI"/>
              </a:defRPr>
            </a:pPr>
            <a:r>
              <a:rPr sz="4125" b="1">
                <a:solidFill>
                  <a:srgbClr val="BDE8CB"/>
                </a:solidFill>
                <a:latin typeface="Segoe UI"/>
                <a:ea typeface="Segoe UI"/>
                <a:cs typeface="Segoe UI"/>
              </a:rPr>
              <a:t>LAMS</a:t>
            </a:r>
          </a:p>
        </p:txBody>
      </p:sp>
      <p:sp>
        <p:nvSpPr>
          <p:cNvPr id="2" name="">
            <a:extLst xmlns:a="http://schemas.openxmlformats.org/drawingml/2006/main">
              <a:ext uri="{FF2B5EF4-FFF2-40B4-BE49-F238E27FC236}">
                <a16:creationId xmlns:a16="http://schemas.microsoft.com/office/drawing/2014/main" id="{E2A6EEA7-80AA-4963-81F8-5951105BB390}"/>
              </a:ext>
            </a:extLst>
          </p:cNvPr>
          <p:cNvSpPr>
            <a:spLocks xmlns:a="http://schemas.openxmlformats.org/drawingml/2006/main" noGrp="1"/>
          </p:cNvSpPr>
          <p:nvPr/>
        </p:nvSpPr>
        <p:spPr>
          <a:xfrm xmlns:a="http://schemas.openxmlformats.org/drawingml/2006/main">
            <a:off x="695325" y="1790700"/>
            <a:ext cx="105441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Segoe UI"/>
                <a:ea typeface="Segoe UI"/>
                <a:cs typeface="Segoe UI"/>
              </a:defRPr>
            </a:defPPr>
            <a:lvl1pPr algn="l">
              <a:buNone/>
              <a:defRPr sz="3150" b="1">
                <a:solidFill>
                  <a:srgbClr val="FFFFFF"/>
                </a:solidFill>
                <a:latin typeface="Segoe UI"/>
                <a:ea typeface="Segoe UI"/>
                <a:cs typeface="Segoe UI"/>
              </a:defRPr>
            </a:lvl1pPr>
            <a:lvl2pPr algn="l">
              <a:buNone/>
              <a:defRPr sz="3150" b="1">
                <a:solidFill>
                  <a:srgbClr val="FFFFFF"/>
                </a:solidFill>
                <a:latin typeface="Segoe UI"/>
                <a:ea typeface="Segoe UI"/>
                <a:cs typeface="Segoe UI"/>
              </a:defRPr>
            </a:lvl2pPr>
            <a:lvl3pPr algn="l">
              <a:buNone/>
              <a:defRPr sz="3150" b="1">
                <a:solidFill>
                  <a:srgbClr val="FFFFFF"/>
                </a:solidFill>
                <a:latin typeface="Segoe UI"/>
                <a:ea typeface="Segoe UI"/>
                <a:cs typeface="Segoe UI"/>
              </a:defRPr>
            </a:lvl3pPr>
            <a:lvl4pPr algn="l">
              <a:buNone/>
              <a:defRPr sz="3150" b="1">
                <a:solidFill>
                  <a:srgbClr val="FFFFFF"/>
                </a:solidFill>
                <a:latin typeface="Segoe UI"/>
                <a:ea typeface="Segoe UI"/>
                <a:cs typeface="Segoe UI"/>
              </a:defRPr>
            </a:lvl4pPr>
            <a:lvl5pPr algn="l">
              <a:buNone/>
              <a:defRPr sz="3150" b="1">
                <a:solidFill>
                  <a:srgbClr val="FFFFFF"/>
                </a:solidFill>
                <a:latin typeface="Segoe UI"/>
                <a:ea typeface="Segoe UI"/>
                <a:cs typeface="Segoe UI"/>
              </a:defRPr>
            </a:lvl5pPr>
            <a:lvl6pPr algn="l">
              <a:buNone/>
              <a:defRPr sz="3150" b="1">
                <a:solidFill>
                  <a:srgbClr val="FFFFFF"/>
                </a:solidFill>
                <a:latin typeface="Segoe UI"/>
                <a:ea typeface="Segoe UI"/>
                <a:cs typeface="Segoe UI"/>
              </a:defRPr>
            </a:lvl6pPr>
            <a:lvl7pPr algn="l">
              <a:buNone/>
              <a:defRPr sz="3150" b="1">
                <a:solidFill>
                  <a:srgbClr val="FFFFFF"/>
                </a:solidFill>
                <a:latin typeface="Segoe UI"/>
                <a:ea typeface="Segoe UI"/>
                <a:cs typeface="Segoe UI"/>
              </a:defRPr>
            </a:lvl7pPr>
            <a:lvl8pPr algn="l">
              <a:buNone/>
              <a:defRPr sz="3150" b="1">
                <a:solidFill>
                  <a:srgbClr val="FFFFFF"/>
                </a:solidFill>
                <a:latin typeface="Segoe UI"/>
                <a:ea typeface="Segoe UI"/>
                <a:cs typeface="Segoe UI"/>
              </a:defRPr>
            </a:lvl8pPr>
            <a:lvl9pPr algn="l">
              <a:buNone/>
              <a:defRPr sz="3150" b="1">
                <a:solidFill>
                  <a:srgbClr val="FFFFFF"/>
                </a:solidFill>
                <a:latin typeface="Segoe UI"/>
                <a:ea typeface="Segoe UI"/>
                <a:cs typeface="Segoe UI"/>
              </a:defRPr>
            </a:lvl9pPr>
          </a:lstStyle>
          <a:p xmlns:a="http://schemas.openxmlformats.org/drawingml/2006/main">
            <a:pPr algn="l">
              <a:lnSpc>
                <a:spcPct val="108000"/>
              </a:lnSpc>
              <a:buNone/>
              <a:defRPr sz="3150" b="1">
                <a:solidFill>
                  <a:srgbClr val="FFFFFF"/>
                </a:solidFill>
                <a:latin typeface="Segoe UI"/>
                <a:ea typeface="Segoe UI"/>
                <a:cs typeface="Segoe UI"/>
              </a:defRPr>
            </a:pPr>
            <a:r>
              <a:rPr sz="3150" b="1">
                <a:solidFill>
                  <a:srgbClr val="FFFFFF"/>
                </a:solidFill>
                <a:latin typeface="Segoe UI"/>
                <a:ea typeface="Segoe UI"/>
                <a:cs typeface="Segoe UI"/>
              </a:rPr>
              <a:t>Một hệ thống thư viện có thể chạy và kiểm chứng trên Windows local</a:t>
            </a:r>
          </a:p>
        </p:txBody>
      </p:sp>
      <p:sp>
        <p:nvSpPr>
          <p:cNvPr id="3" name="">
            <a:extLst xmlns:a="http://schemas.openxmlformats.org/drawingml/2006/main">
              <a:ext uri="{FF2B5EF4-FFF2-40B4-BE49-F238E27FC236}">
                <a16:creationId xmlns:a16="http://schemas.microsoft.com/office/drawing/2014/main" id="{078ECBB0-DFC4-43BF-B603-5BE5D621393A}"/>
              </a:ext>
            </a:extLst>
          </p:cNvPr>
          <p:cNvSpPr>
            <a:spLocks xmlns:a="http://schemas.openxmlformats.org/drawingml/2006/main" noGrp="1"/>
          </p:cNvSpPr>
          <p:nvPr/>
        </p:nvSpPr>
        <p:spPr>
          <a:xfrm xmlns:a="http://schemas.openxmlformats.org/drawingml/2006/main">
            <a:off x="695325" y="3619500"/>
            <a:ext cx="10534650" cy="0"/>
          </a:xfrm>
          <a:prstGeom xmlns:a="http://schemas.openxmlformats.org/drawingml/2006/main" prst="line">
            <a:avLst/>
          </a:prstGeom>
          <a:noFill xmlns:a="http://schemas.openxmlformats.org/drawingml/2006/main"/>
          <a:ln xmlns:a="http://schemas.openxmlformats.org/drawingml/2006/main" w="19050">
            <a:solidFill>
              <a:srgbClr val="77BCA6"/>
            </a:solidFill>
            <a:prstDash val="solid"/>
          </a:ln>
        </p:spPr>
      </p:sp>
      <p:sp>
        <p:nvSpPr>
          <p:cNvPr id="4" name="">
            <a:extLst xmlns:a="http://schemas.openxmlformats.org/drawingml/2006/main">
              <a:ext uri="{FF2B5EF4-FFF2-40B4-BE49-F238E27FC236}">
                <a16:creationId xmlns:a16="http://schemas.microsoft.com/office/drawing/2014/main" id="{DB9492F5-6FF5-4EBE-8384-69489D407382}"/>
              </a:ext>
            </a:extLst>
          </p:cNvPr>
          <p:cNvSpPr>
            <a:spLocks xmlns:a="http://schemas.openxmlformats.org/drawingml/2006/main" noGrp="1"/>
          </p:cNvSpPr>
          <p:nvPr/>
        </p:nvSpPr>
        <p:spPr>
          <a:xfrm xmlns:a="http://schemas.openxmlformats.org/drawingml/2006/main">
            <a:off x="695325" y="3990975"/>
            <a:ext cx="4667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BDE8CB"/>
                </a:solidFill>
                <a:latin typeface="Segoe UI"/>
                <a:ea typeface="Segoe UI"/>
                <a:cs typeface="Segoe UI"/>
              </a:defRPr>
            </a:defPPr>
            <a:lvl1pPr algn="l">
              <a:buNone/>
              <a:defRPr sz="1950" b="1">
                <a:solidFill>
                  <a:srgbClr val="BDE8CB"/>
                </a:solidFill>
                <a:latin typeface="Segoe UI"/>
                <a:ea typeface="Segoe UI"/>
                <a:cs typeface="Segoe UI"/>
              </a:defRPr>
            </a:lvl1pPr>
            <a:lvl2pPr algn="l">
              <a:buNone/>
              <a:defRPr sz="1950" b="1">
                <a:solidFill>
                  <a:srgbClr val="BDE8CB"/>
                </a:solidFill>
                <a:latin typeface="Segoe UI"/>
                <a:ea typeface="Segoe UI"/>
                <a:cs typeface="Segoe UI"/>
              </a:defRPr>
            </a:lvl2pPr>
            <a:lvl3pPr algn="l">
              <a:buNone/>
              <a:defRPr sz="1950" b="1">
                <a:solidFill>
                  <a:srgbClr val="BDE8CB"/>
                </a:solidFill>
                <a:latin typeface="Segoe UI"/>
                <a:ea typeface="Segoe UI"/>
                <a:cs typeface="Segoe UI"/>
              </a:defRPr>
            </a:lvl3pPr>
            <a:lvl4pPr algn="l">
              <a:buNone/>
              <a:defRPr sz="1950" b="1">
                <a:solidFill>
                  <a:srgbClr val="BDE8CB"/>
                </a:solidFill>
                <a:latin typeface="Segoe UI"/>
                <a:ea typeface="Segoe UI"/>
                <a:cs typeface="Segoe UI"/>
              </a:defRPr>
            </a:lvl4pPr>
            <a:lvl5pPr algn="l">
              <a:buNone/>
              <a:defRPr sz="1950" b="1">
                <a:solidFill>
                  <a:srgbClr val="BDE8CB"/>
                </a:solidFill>
                <a:latin typeface="Segoe UI"/>
                <a:ea typeface="Segoe UI"/>
                <a:cs typeface="Segoe UI"/>
              </a:defRPr>
            </a:lvl5pPr>
            <a:lvl6pPr algn="l">
              <a:buNone/>
              <a:defRPr sz="1950" b="1">
                <a:solidFill>
                  <a:srgbClr val="BDE8CB"/>
                </a:solidFill>
                <a:latin typeface="Segoe UI"/>
                <a:ea typeface="Segoe UI"/>
                <a:cs typeface="Segoe UI"/>
              </a:defRPr>
            </a:lvl6pPr>
            <a:lvl7pPr algn="l">
              <a:buNone/>
              <a:defRPr sz="1950" b="1">
                <a:solidFill>
                  <a:srgbClr val="BDE8CB"/>
                </a:solidFill>
                <a:latin typeface="Segoe UI"/>
                <a:ea typeface="Segoe UI"/>
                <a:cs typeface="Segoe UI"/>
              </a:defRPr>
            </a:lvl7pPr>
            <a:lvl8pPr algn="l">
              <a:buNone/>
              <a:defRPr sz="1950" b="1">
                <a:solidFill>
                  <a:srgbClr val="BDE8CB"/>
                </a:solidFill>
                <a:latin typeface="Segoe UI"/>
                <a:ea typeface="Segoe UI"/>
                <a:cs typeface="Segoe UI"/>
              </a:defRPr>
            </a:lvl8pPr>
            <a:lvl9pPr algn="l">
              <a:buNone/>
              <a:defRPr sz="1950" b="1">
                <a:solidFill>
                  <a:srgbClr val="BDE8CB"/>
                </a:solidFill>
                <a:latin typeface="Segoe UI"/>
                <a:ea typeface="Segoe UI"/>
                <a:cs typeface="Segoe UI"/>
              </a:defRPr>
            </a:lvl9pPr>
          </a:lstStyle>
          <a:p xmlns:a="http://schemas.openxmlformats.org/drawingml/2006/main">
            <a:pPr algn="l">
              <a:lnSpc>
                <a:spcPct val="108000"/>
              </a:lnSpc>
              <a:buNone/>
              <a:defRPr sz="1950" b="1">
                <a:solidFill>
                  <a:srgbClr val="BDE8CB"/>
                </a:solidFill>
                <a:latin typeface="Segoe UI"/>
                <a:ea typeface="Segoe UI"/>
                <a:cs typeface="Segoe UI"/>
              </a:defRPr>
            </a:pPr>
            <a:r>
              <a:rPr sz="1950" b="1">
                <a:solidFill>
                  <a:srgbClr val="BDE8CB"/>
                </a:solidFill>
                <a:latin typeface="Segoe UI"/>
                <a:ea typeface="Segoe UI"/>
                <a:cs typeface="Segoe UI"/>
              </a:rPr>
              <a:t>Phân công Phase 5–7</a:t>
            </a:r>
          </a:p>
        </p:txBody>
      </p:sp>
      <p:sp>
        <p:nvSpPr>
          <p:cNvPr id="5" name="">
            <a:extLst xmlns:a="http://schemas.openxmlformats.org/drawingml/2006/main">
              <a:ext uri="{FF2B5EF4-FFF2-40B4-BE49-F238E27FC236}">
                <a16:creationId xmlns:a16="http://schemas.microsoft.com/office/drawing/2014/main" id="{084173AD-D101-4F99-8474-97064026A29C}"/>
              </a:ext>
            </a:extLst>
          </p:cNvPr>
          <p:cNvSpPr>
            <a:spLocks xmlns:a="http://schemas.openxmlformats.org/drawingml/2006/main" noGrp="1"/>
          </p:cNvSpPr>
          <p:nvPr/>
        </p:nvSpPr>
        <p:spPr>
          <a:xfrm xmlns:a="http://schemas.openxmlformats.org/drawingml/2006/main">
            <a:off x="695325" y="4552950"/>
            <a:ext cx="105537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FFFFFF"/>
                </a:solidFill>
                <a:latin typeface="Segoe UI"/>
                <a:ea typeface="Segoe UI"/>
                <a:cs typeface="Segoe UI"/>
              </a:defRPr>
            </a:defPPr>
            <a:lvl1pPr algn="l">
              <a:buNone/>
              <a:defRPr sz="1725" b="0">
                <a:solidFill>
                  <a:srgbClr val="FFFFFF"/>
                </a:solidFill>
                <a:latin typeface="Segoe UI"/>
                <a:ea typeface="Segoe UI"/>
                <a:cs typeface="Segoe UI"/>
              </a:defRPr>
            </a:lvl1pPr>
            <a:lvl2pPr algn="l">
              <a:buNone/>
              <a:defRPr sz="1725" b="0">
                <a:solidFill>
                  <a:srgbClr val="FFFFFF"/>
                </a:solidFill>
                <a:latin typeface="Segoe UI"/>
                <a:ea typeface="Segoe UI"/>
                <a:cs typeface="Segoe UI"/>
              </a:defRPr>
            </a:lvl2pPr>
            <a:lvl3pPr algn="l">
              <a:buNone/>
              <a:defRPr sz="1725" b="0">
                <a:solidFill>
                  <a:srgbClr val="FFFFFF"/>
                </a:solidFill>
                <a:latin typeface="Segoe UI"/>
                <a:ea typeface="Segoe UI"/>
                <a:cs typeface="Segoe UI"/>
              </a:defRPr>
            </a:lvl3pPr>
            <a:lvl4pPr algn="l">
              <a:buNone/>
              <a:defRPr sz="1725" b="0">
                <a:solidFill>
                  <a:srgbClr val="FFFFFF"/>
                </a:solidFill>
                <a:latin typeface="Segoe UI"/>
                <a:ea typeface="Segoe UI"/>
                <a:cs typeface="Segoe UI"/>
              </a:defRPr>
            </a:lvl4pPr>
            <a:lvl5pPr algn="l">
              <a:buNone/>
              <a:defRPr sz="1725" b="0">
                <a:solidFill>
                  <a:srgbClr val="FFFFFF"/>
                </a:solidFill>
                <a:latin typeface="Segoe UI"/>
                <a:ea typeface="Segoe UI"/>
                <a:cs typeface="Segoe UI"/>
              </a:defRPr>
            </a:lvl5pPr>
            <a:lvl6pPr algn="l">
              <a:buNone/>
              <a:defRPr sz="1725" b="0">
                <a:solidFill>
                  <a:srgbClr val="FFFFFF"/>
                </a:solidFill>
                <a:latin typeface="Segoe UI"/>
                <a:ea typeface="Segoe UI"/>
                <a:cs typeface="Segoe UI"/>
              </a:defRPr>
            </a:lvl6pPr>
            <a:lvl7pPr algn="l">
              <a:buNone/>
              <a:defRPr sz="1725" b="0">
                <a:solidFill>
                  <a:srgbClr val="FFFFFF"/>
                </a:solidFill>
                <a:latin typeface="Segoe UI"/>
                <a:ea typeface="Segoe UI"/>
                <a:cs typeface="Segoe UI"/>
              </a:defRPr>
            </a:lvl7pPr>
            <a:lvl8pPr algn="l">
              <a:buNone/>
              <a:defRPr sz="1725" b="0">
                <a:solidFill>
                  <a:srgbClr val="FFFFFF"/>
                </a:solidFill>
                <a:latin typeface="Segoe UI"/>
                <a:ea typeface="Segoe UI"/>
                <a:cs typeface="Segoe UI"/>
              </a:defRPr>
            </a:lvl8pPr>
            <a:lvl9pPr algn="l">
              <a:buNone/>
              <a:defRPr sz="1725" b="0">
                <a:solidFill>
                  <a:srgbClr val="FFFFFF"/>
                </a:solidFill>
                <a:latin typeface="Segoe UI"/>
                <a:ea typeface="Segoe UI"/>
                <a:cs typeface="Segoe UI"/>
              </a:defRPr>
            </a:lvl9pPr>
          </a:lstStyle>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Tuấn: giao diện, phiên kiểm kê, Search và đề xuất bổ sung.</a:t>
            </a:r>
          </a:p>
          <a:p xmlns:a="http://schemas.openxmlformats.org/drawingml/2006/main">
            <a:pPr algn="l">
              <a:lnSpc>
                <a:spcPct val="108000"/>
              </a:lnSpc>
              <a:buNone/>
              <a:defRPr sz="1725" b="0">
                <a:solidFill>
                  <a:srgbClr val="FFFFFF"/>
                </a:solidFill>
                <a:latin typeface="Segoe UI"/>
                <a:ea typeface="Segoe UI"/>
                <a:cs typeface="Segoe UI"/>
              </a:defRPr>
            </a:pPr>
            <a:r>
              <a:rPr sz="1725" b="0">
                <a:solidFill>
                  <a:srgbClr val="FFFFFF"/>
                </a:solidFill>
                <a:latin typeface="Segoe UI"/>
                <a:ea typeface="Segoe UI"/>
                <a:cs typeface="Segoe UI"/>
              </a:rPr>
              <a:t>Toàn: truy vấn kiểm kê và Category Alias; hiện tạm dừng Phase 7.</a:t>
            </a:r>
          </a:p>
        </p:txBody>
      </p:sp>
      <p:sp>
        <p:nvSpPr>
          <p:cNvPr id="6" name="">
            <a:extLst xmlns:a="http://schemas.openxmlformats.org/drawingml/2006/main">
              <a:ext uri="{FF2B5EF4-FFF2-40B4-BE49-F238E27FC236}">
                <a16:creationId xmlns:a16="http://schemas.microsoft.com/office/drawing/2014/main" id="{94BB1581-57B9-4DF8-B001-55749030C09B}"/>
              </a:ext>
            </a:extLst>
          </p:cNvPr>
          <p:cNvSpPr>
            <a:spLocks xmlns:a="http://schemas.openxmlformats.org/drawingml/2006/main" noGrp="1"/>
          </p:cNvSpPr>
          <p:nvPr/>
        </p:nvSpPr>
        <p:spPr>
          <a:xfrm xmlns:a="http://schemas.openxmlformats.org/drawingml/2006/main">
            <a:off x="695325" y="60198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CEEE7"/>
                </a:solidFill>
                <a:latin typeface="Segoe UI"/>
                <a:ea typeface="Segoe UI"/>
                <a:cs typeface="Segoe UI"/>
              </a:defRPr>
            </a:defPPr>
            <a:lvl1pPr algn="l">
              <a:buNone/>
              <a:defRPr sz="1425" b="0">
                <a:solidFill>
                  <a:srgbClr val="DCEEE7"/>
                </a:solidFill>
                <a:latin typeface="Segoe UI"/>
                <a:ea typeface="Segoe UI"/>
                <a:cs typeface="Segoe UI"/>
              </a:defRPr>
            </a:lvl1pPr>
            <a:lvl2pPr algn="l">
              <a:buNone/>
              <a:defRPr sz="1425" b="0">
                <a:solidFill>
                  <a:srgbClr val="DCEEE7"/>
                </a:solidFill>
                <a:latin typeface="Segoe UI"/>
                <a:ea typeface="Segoe UI"/>
                <a:cs typeface="Segoe UI"/>
              </a:defRPr>
            </a:lvl2pPr>
            <a:lvl3pPr algn="l">
              <a:buNone/>
              <a:defRPr sz="1425" b="0">
                <a:solidFill>
                  <a:srgbClr val="DCEEE7"/>
                </a:solidFill>
                <a:latin typeface="Segoe UI"/>
                <a:ea typeface="Segoe UI"/>
                <a:cs typeface="Segoe UI"/>
              </a:defRPr>
            </a:lvl3pPr>
            <a:lvl4pPr algn="l">
              <a:buNone/>
              <a:defRPr sz="1425" b="0">
                <a:solidFill>
                  <a:srgbClr val="DCEEE7"/>
                </a:solidFill>
                <a:latin typeface="Segoe UI"/>
                <a:ea typeface="Segoe UI"/>
                <a:cs typeface="Segoe UI"/>
              </a:defRPr>
            </a:lvl4pPr>
            <a:lvl5pPr algn="l">
              <a:buNone/>
              <a:defRPr sz="1425" b="0">
                <a:solidFill>
                  <a:srgbClr val="DCEEE7"/>
                </a:solidFill>
                <a:latin typeface="Segoe UI"/>
                <a:ea typeface="Segoe UI"/>
                <a:cs typeface="Segoe UI"/>
              </a:defRPr>
            </a:lvl5pPr>
            <a:lvl6pPr algn="l">
              <a:buNone/>
              <a:defRPr sz="1425" b="0">
                <a:solidFill>
                  <a:srgbClr val="DCEEE7"/>
                </a:solidFill>
                <a:latin typeface="Segoe UI"/>
                <a:ea typeface="Segoe UI"/>
                <a:cs typeface="Segoe UI"/>
              </a:defRPr>
            </a:lvl6pPr>
            <a:lvl7pPr algn="l">
              <a:buNone/>
              <a:defRPr sz="1425" b="0">
                <a:solidFill>
                  <a:srgbClr val="DCEEE7"/>
                </a:solidFill>
                <a:latin typeface="Segoe UI"/>
                <a:ea typeface="Segoe UI"/>
                <a:cs typeface="Segoe UI"/>
              </a:defRPr>
            </a:lvl7pPr>
            <a:lvl8pPr algn="l">
              <a:buNone/>
              <a:defRPr sz="1425" b="0">
                <a:solidFill>
                  <a:srgbClr val="DCEEE7"/>
                </a:solidFill>
                <a:latin typeface="Segoe UI"/>
                <a:ea typeface="Segoe UI"/>
                <a:cs typeface="Segoe UI"/>
              </a:defRPr>
            </a:lvl8pPr>
            <a:lvl9pPr algn="l">
              <a:buNone/>
              <a:defRPr sz="1425" b="0">
                <a:solidFill>
                  <a:srgbClr val="DCEEE7"/>
                </a:solidFill>
                <a:latin typeface="Segoe UI"/>
                <a:ea typeface="Segoe UI"/>
                <a:cs typeface="Segoe UI"/>
              </a:defRPr>
            </a:lvl9pPr>
          </a:lstStyle>
          <a:p xmlns:a="http://schemas.openxmlformats.org/drawingml/2006/main">
            <a:pPr algn="l">
              <a:lnSpc>
                <a:spcPct val="108000"/>
              </a:lnSpc>
              <a:buNone/>
              <a:defRPr sz="1425" b="0">
                <a:solidFill>
                  <a:srgbClr val="DCEEE7"/>
                </a:solidFill>
                <a:latin typeface="Segoe UI"/>
                <a:ea typeface="Segoe UI"/>
                <a:cs typeface="Segoe UI"/>
              </a:defRPr>
            </a:pPr>
            <a:r>
              <a:rPr sz="1425" b="0">
                <a:solidFill>
                  <a:srgbClr val="DCEEE7"/>
                </a:solidFill>
                <a:latin typeface="Segoe UI"/>
                <a:ea typeface="Segoe UI"/>
                <a:cs typeface="Segoe UI"/>
              </a:rPr>
              <a:t>Tiếp theo: ba tài khoản demo, duyệt ảnh, review PR và kiểm CI trên commit cuối.</a:t>
            </a:r>
          </a:p>
        </p:txBody>
      </p:sp>
    </p:spTree>
    <p:extLst>
      <p:ext uri="{BB962C8B-B14F-4D97-AF65-F5344CB8AC3E}">
        <p14:creationId xmlns:p14="http://schemas.microsoft.com/office/powerpoint/2010/main" val="711051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2026-10-27T08:04:31.4870000Z</dcterms:created>
  <dcterms:modified xsi:type="dcterms:W3CDTF">2026-10-27T08:04:31.4870000Z</dcterms:modified>
</coreProperties>
</file>