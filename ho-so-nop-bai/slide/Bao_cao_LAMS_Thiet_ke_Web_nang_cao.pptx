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95043752c54497" /><Relationship Type="http://schemas.openxmlformats.org/officeDocument/2006/relationships/extended-properties" Target="/docProps/app.xml" Id="R9b5cb01ed0cf412b" /><Relationship Type="http://schemas.openxmlformats.org/officeDocument/2006/relationships/officeDocument" Target="/ppt/presentation.xml" Id="R0a452ac1df2b4ae3" /></Relationships>
</file>

<file path=ppt/presentation.xml><?xml version="1.0" encoding="utf-8"?>
<p:presentation xmlns:p="http://schemas.openxmlformats.org/presentationml/2006/main">
  <p:sldMasterIdLst>
    <p:sldMasterId xmlns:r="http://schemas.openxmlformats.org/officeDocument/2006/relationships" id="2147483648" r:id="Rb779786bd2454e19"/>
  </p:sldMasterIdLst>
  <p:notesMasterIdLst>
    <p:notesMasterId xmlns:r="http://schemas.openxmlformats.org/officeDocument/2006/relationships" r:id="R340f7007b13343fd"/>
  </p:notesMasterIdLst>
  <p:sldIdLst>
    <p:sldId xmlns:r="http://schemas.openxmlformats.org/officeDocument/2006/relationships" id="256" r:id="R10507158ddc147f3"/>
    <p:sldId xmlns:r="http://schemas.openxmlformats.org/officeDocument/2006/relationships" id="257" r:id="Rd504eab1e63c4ce6"/>
    <p:sldId xmlns:r="http://schemas.openxmlformats.org/officeDocument/2006/relationships" id="258" r:id="Rca6cf8d9e95847f6"/>
    <p:sldId xmlns:r="http://schemas.openxmlformats.org/officeDocument/2006/relationships" id="259" r:id="Ra745f3f488ff4cbc"/>
    <p:sldId xmlns:r="http://schemas.openxmlformats.org/officeDocument/2006/relationships" id="260" r:id="R7d31ca14dd0f4472"/>
    <p:sldId xmlns:r="http://schemas.openxmlformats.org/officeDocument/2006/relationships" id="261" r:id="Rda69a5bf427b4858"/>
    <p:sldId xmlns:r="http://schemas.openxmlformats.org/officeDocument/2006/relationships" id="262" r:id="Rc75ac72e6db04373"/>
    <p:sldId xmlns:r="http://schemas.openxmlformats.org/officeDocument/2006/relationships" id="263" r:id="Ra26f0c4989194db8"/>
    <p:sldId xmlns:r="http://schemas.openxmlformats.org/officeDocument/2006/relationships" id="264" r:id="R984b4eaa41d44d6f"/>
    <p:sldId xmlns:r="http://schemas.openxmlformats.org/officeDocument/2006/relationships" id="265" r:id="R85f68b97f5834548"/>
    <p:sldId xmlns:r="http://schemas.openxmlformats.org/officeDocument/2006/relationships" id="266" r:id="R615b3f4aa59541c6"/>
    <p:sldId xmlns:r="http://schemas.openxmlformats.org/officeDocument/2006/relationships" id="267" r:id="Re03db59c0a404e21"/>
    <p:sldId xmlns:r="http://schemas.openxmlformats.org/officeDocument/2006/relationships" id="268" r:id="R9afba2afddbe4aed"/>
    <p:sldId xmlns:r="http://schemas.openxmlformats.org/officeDocument/2006/relationships" id="269" r:id="R4c8f90cdd3dc4335"/>
    <p:sldId xmlns:r="http://schemas.openxmlformats.org/officeDocument/2006/relationships" id="270" r:id="Radb31b732e0e47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80d7a4c9c44e62" /><Relationship Type="http://schemas.openxmlformats.org/officeDocument/2006/relationships/slideMaster" Target="/ppt/slideMasters/slideMaster1.xml" Id="Rb779786bd2454e19" /><Relationship Type="http://schemas.openxmlformats.org/officeDocument/2006/relationships/notesMaster" Target="/ppt/notesMasters/notesMaster1.xml" Id="R340f7007b13343fd" /><Relationship Type="http://schemas.openxmlformats.org/officeDocument/2006/relationships/presProps" Target="/ppt/presProps.xml" Id="R508a6b154a5b4457" /><Relationship Type="http://schemas.openxmlformats.org/officeDocument/2006/relationships/tableStyles" Target="/ppt/tableStyles.xml" Id="R231b35cc5dc347da" /><Relationship Type="http://schemas.openxmlformats.org/officeDocument/2006/relationships/slide" Target="/ppt/slides/slide1.xml" Id="R10507158ddc147f3" /><Relationship Type="http://schemas.openxmlformats.org/officeDocument/2006/relationships/slide" Target="/ppt/slides/slide2.xml" Id="Rd504eab1e63c4ce6" /><Relationship Type="http://schemas.openxmlformats.org/officeDocument/2006/relationships/slide" Target="/ppt/slides/slide3.xml" Id="Rca6cf8d9e95847f6" /><Relationship Type="http://schemas.openxmlformats.org/officeDocument/2006/relationships/slide" Target="/ppt/slides/slide4.xml" Id="Ra745f3f488ff4cbc" /><Relationship Type="http://schemas.openxmlformats.org/officeDocument/2006/relationships/slide" Target="/ppt/slides/slide5.xml" Id="R7d31ca14dd0f4472" /><Relationship Type="http://schemas.openxmlformats.org/officeDocument/2006/relationships/slide" Target="/ppt/slides/slide6.xml" Id="Rda69a5bf427b4858" /><Relationship Type="http://schemas.openxmlformats.org/officeDocument/2006/relationships/slide" Target="/ppt/slides/slide7.xml" Id="Rc75ac72e6db04373" /><Relationship Type="http://schemas.openxmlformats.org/officeDocument/2006/relationships/slide" Target="/ppt/slides/slide8.xml" Id="Ra26f0c4989194db8" /><Relationship Type="http://schemas.openxmlformats.org/officeDocument/2006/relationships/slide" Target="/ppt/slides/slide9.xml" Id="R984b4eaa41d44d6f" /><Relationship Type="http://schemas.openxmlformats.org/officeDocument/2006/relationships/slide" Target="/ppt/slides/slide10.xml" Id="R85f68b97f5834548" /><Relationship Type="http://schemas.openxmlformats.org/officeDocument/2006/relationships/slide" Target="/ppt/slides/slide11.xml" Id="R615b3f4aa59541c6" /><Relationship Type="http://schemas.openxmlformats.org/officeDocument/2006/relationships/slide" Target="/ppt/slides/slide12.xml" Id="Re03db59c0a404e21" /><Relationship Type="http://schemas.openxmlformats.org/officeDocument/2006/relationships/slide" Target="/ppt/slides/slide13.xml" Id="R9afba2afddbe4aed" /><Relationship Type="http://schemas.openxmlformats.org/officeDocument/2006/relationships/slide" Target="/ppt/slides/slide14.xml" Id="R4c8f90cdd3dc4335" /><Relationship Type="http://schemas.openxmlformats.org/officeDocument/2006/relationships/slide" Target="/ppt/slides/slide15.xml" Id="Radb31b732e0e47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09b7d963cb47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1b582da214449a" /><Relationship Type="http://schemas.openxmlformats.org/officeDocument/2006/relationships/notesMaster" Target="/ppt/notesMasters/notesMaster1.xml" Id="R20a48f1ba88240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58462324b74be3" /><Relationship Type="http://schemas.openxmlformats.org/officeDocument/2006/relationships/notesMaster" Target="/ppt/notesMasters/notesMaster1.xml" Id="Rac9e142c93e348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41da3cc1da48a9" /><Relationship Type="http://schemas.openxmlformats.org/officeDocument/2006/relationships/notesMaster" Target="/ppt/notesMasters/notesMaster1.xml" Id="Ra25d87d59b3242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e3842591f64fda" /><Relationship Type="http://schemas.openxmlformats.org/officeDocument/2006/relationships/notesMaster" Target="/ppt/notesMasters/notesMaster1.xml" Id="Re8c98246917c4b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eabd79c27d44e9" /><Relationship Type="http://schemas.openxmlformats.org/officeDocument/2006/relationships/notesMaster" Target="/ppt/notesMasters/notesMaster1.xml" Id="R3f057fb6802a4d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2821cdbfd94bd6" /><Relationship Type="http://schemas.openxmlformats.org/officeDocument/2006/relationships/notesMaster" Target="/ppt/notesMasters/notesMaster1.xml" Id="Rb4173ba964ed45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c75a56d82e42d1" /><Relationship Type="http://schemas.openxmlformats.org/officeDocument/2006/relationships/notesMaster" Target="/ppt/notesMasters/notesMaster1.xml" Id="Rd4b1a2dc32c248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7a8f23f0274fc9" /><Relationship Type="http://schemas.openxmlformats.org/officeDocument/2006/relationships/notesMaster" Target="/ppt/notesMasters/notesMaster1.xml" Id="Ra422c99e438b4a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1b7e0c9ca84c73" /><Relationship Type="http://schemas.openxmlformats.org/officeDocument/2006/relationships/notesMaster" Target="/ppt/notesMasters/notesMaster1.xml" Id="Rbde7d34330bc45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1d7b257dfa4603" /><Relationship Type="http://schemas.openxmlformats.org/officeDocument/2006/relationships/notesMaster" Target="/ppt/notesMasters/notesMaster1.xml" Id="Rde92a5ca8d384f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4220a9add04e34" /><Relationship Type="http://schemas.openxmlformats.org/officeDocument/2006/relationships/notesMaster" Target="/ppt/notesMasters/notesMaster1.xml" Id="R538a040dbd9f4e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9795de30f04cce" /><Relationship Type="http://schemas.openxmlformats.org/officeDocument/2006/relationships/notesMaster" Target="/ppt/notesMasters/notesMaster1.xml" Id="Rfb61b875297843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e16cb0d82f24d91" /><Relationship Type="http://schemas.openxmlformats.org/officeDocument/2006/relationships/notesMaster" Target="/ppt/notesMasters/notesMaster1.xml" Id="R6862cd6d3bb3431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cd86b46a2a4bfa" /><Relationship Type="http://schemas.openxmlformats.org/officeDocument/2006/relationships/notesMaster" Target="/ppt/notesMasters/notesMaster1.xml" Id="R8505f3ddf30a4e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f420808a64344d9" /><Relationship Type="http://schemas.openxmlformats.org/officeDocument/2006/relationships/notesMaster" Target="/ppt/notesMasters/notesMaster1.xml" Id="Raf15a13a798c44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Tên học phần và thành viên: yêu cầu nhóm cung cấp ngày 26/10/2026. Ảnh thư viện lấy từ asset LAMS, nguồn Olga Lioncat / Pexels theo tai-lieu/06-giao-dien/design-system.md.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Tổng hợp yêu cầu từ tai-lieu/01-yeu-cau/yeu-cau-chuc-nang.md và user-stories.md. Đây là bài toán, không phải khẳng định mọi chức năng đã nghiệm thu.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Vai trò và tính năng hiện có đối chiếu frontend/src/app/router/AppRouter.tsx, tài liệu use case và các API role checks. Không suy Admin có dashboard analytics hoàn chỉnh.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package manifests, tai-lieu/08-van-hanh/desktop-windows.md và service-responsibilities.md. MinIO là profile tùy chọn và không lưu ảnh Catalog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giản lược từ tai-lieu/02-kien-truc/container-diagram.md và service-responsibilities.md. Core/Insight sở hữu database riêng; Insight không ghi trực tiếp dữ liệu Catalog. Kafka/Redis không được coi là nguồn dữ liệu gốc.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giản lược từ tai-lieu/03-du-lieu/erd.md và migration Core. Book, Edition, BookCopy là ba thực thể khác nhau; Loan tham chiếu Copy, Hold có thể chọn Edition. Sơ đồ này cố ý không thể hiện đầy đủ mọi khóa ngoại.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ho-so-nop-bai/minh-chung-giao-dien/phase3-desktop-56049b9-1440.png và README minh chứng cùng thư mục. Đây là screenshot test thật tại commit 56049b9, không được gán là screenshot của HEAD 6e03c9a.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tai-lieu/02-kien-truc/circulation.md, tai-lieu/04-nghiep-vu/muon-tra.md, giu-cho-thong-minh.md và các API/test hiện có. Không khẳng định nghiệm thu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tai-lieu/04-nghiep-vu/kiem-ke-ke-sach.md, code InventorySession trên main và PR #25 của Toàn. PR #25 còn review findings tại ngày 26/10/2026. Quét không tự đổi trạng thái BookCopy.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tai-lieu/04-nghiep-vu/tim-kiem-thong-minh.md, PR #28 đã merge vào main 686203b và PR #27 head 6e03c9a. Chưa có API quản trị Alias cho thủ thư, chưa benchmark relevance bằng dữ liệu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nhánh DEV1 sau 6e03c9a và tai-lieu/04-nghiep-vu/de-xuat-bo-sung-sach.md. Sơ đồ mô tả luồng mục tiêu. API/UI hiện chỉ đọc và quyết định đề xuất đã có; chưa có read projection Core nên chưa tạo đề xuất từ dữ liệu thật. Không dùng số liệu fixture như dữ liệu vận hành.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 đúng head 6e03c9a: https://github.com/Shuuma4869/He-thong-quan-ly-va-khai-thac-thu-vien/actions/runs/40239139758 . Test counts và E2E trích PR #27 trên cùng head. Đây là bằng chứng phát triển, chưa là chứng nhận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kịch bản trình bày dự kiến, chưa phải video đã đo thời lượng. Cần cập nhật sau khi M2–M5 chạy runtime và có ảnh thật của Phase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và PR #25/#27 trên GitHub ngày 26/10/2026, tai-lieu/08-van-hanh/desktop-windows.md. Không dùng nhãn production-ready.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công lấy từ chỉ đạo người dùng và README hiện tại. Đây là ownership Phase 5–7, không tự suy ra tỷ lệ đóng góp hay tình trạng hoàn thành của mọi phần.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6f7f3007b749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bc842f78c84a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929e12906e47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3256e0c2dc44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0d10f80f3746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dd567ca0254b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A3DD42-69E0-45F4-B859-6AAF4525475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ED46D0-CD36-42A5-91FA-84B17030CAA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DCF148-6E7F-41F7-ABAA-2813878C793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8BBE46-F354-43D8-9B37-1B9DFB2BA0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B95F26-FF5E-4117-914E-8B4A3B8C2A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0FD062-7ADE-4AD4-AE31-3772A42DCB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35CCBC-25F6-41B1-9256-5FE355CC33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B5364B-688D-426C-87A6-4634C5283F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8BEB22-5F78-4CB3-9969-B5A936725A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DEC5A5-958E-48FF-B23F-F297296418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ed4813257b45f0" /><Relationship Type="http://schemas.openxmlformats.org/officeDocument/2006/relationships/slideLayout" Target="/ppt/slideLayouts/slideLayout1.xml" Id="Rdbedf741e9754474" /><Relationship Type="http://schemas.openxmlformats.org/officeDocument/2006/relationships/slideLayout" Target="/ppt/slideLayouts/slideLayout2.xml" Id="Rdf8e625fd44e486d" /><Relationship Type="http://schemas.openxmlformats.org/officeDocument/2006/relationships/slideLayout" Target="/ppt/slideLayouts/slideLayout3.xml" Id="Raaeb90775d7d40a4" /><Relationship Type="http://schemas.openxmlformats.org/officeDocument/2006/relationships/slideLayout" Target="/ppt/slideLayouts/slideLayout4.xml" Id="Re3e34e6490384b3e" /><Relationship Type="http://schemas.openxmlformats.org/officeDocument/2006/relationships/slideLayout" Target="/ppt/slideLayouts/slideLayout5.xml" Id="Rc6438aee6dd9429a" /><Relationship Type="http://schemas.openxmlformats.org/officeDocument/2006/relationships/slideLayout" Target="/ppt/slideLayouts/slideLayout6.xml" Id="R6f3a5732cbf94f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edf741e9754474"/>
    <p:sldLayoutId xmlns:r="http://schemas.openxmlformats.org/officeDocument/2006/relationships" id="2147483650" r:id="Rdf8e625fd44e486d"/>
    <p:sldLayoutId xmlns:r="http://schemas.openxmlformats.org/officeDocument/2006/relationships" id="2147483651" r:id="Raaeb90775d7d40a4"/>
    <p:sldLayoutId xmlns:r="http://schemas.openxmlformats.org/officeDocument/2006/relationships" id="2147483652" r:id="Re3e34e6490384b3e"/>
    <p:sldLayoutId xmlns:r="http://schemas.openxmlformats.org/officeDocument/2006/relationships" id="2147483653" r:id="Rc6438aee6dd9429a"/>
    <p:sldLayoutId xmlns:r="http://schemas.openxmlformats.org/officeDocument/2006/relationships" id="2147483654" r:id="R6f3a5732cbf94f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a83c95294a4ae1" /><Relationship Type="http://schemas.openxmlformats.org/officeDocument/2006/relationships/image" Target="/ppt/media/image.jpeg" Id="R34e684ca95d84265" /><Relationship Type="http://schemas.openxmlformats.org/officeDocument/2006/relationships/notesSlide" Target="/ppt/notesSlides/notesSlide1.xml" Id="R4f1b6463577149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1243521e204680" /><Relationship Type="http://schemas.openxmlformats.org/officeDocument/2006/relationships/notesSlide" Target="/ppt/notesSlides/notesSlide2.xml" Id="Re31163e3508543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9bf1e6d8bc4f5c" /><Relationship Type="http://schemas.openxmlformats.org/officeDocument/2006/relationships/notesSlide" Target="/ppt/notesSlides/notesSlide3.xml" Id="Raeda4d5ca73644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de3bca691a4c6a" /><Relationship Type="http://schemas.openxmlformats.org/officeDocument/2006/relationships/notesSlide" Target="/ppt/notesSlides/notesSlide4.xml" Id="R36c44fcb764646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be2e6a29ef74970" /><Relationship Type="http://schemas.openxmlformats.org/officeDocument/2006/relationships/notesSlide" Target="/ppt/notesSlides/notesSlide5.xml" Id="Rbafd73c5dbc64d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e25146b5f44930" /><Relationship Type="http://schemas.openxmlformats.org/officeDocument/2006/relationships/notesSlide" Target="/ppt/notesSlides/notesSlide6.xml" Id="R57afd26aa6bb4c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cc9860f744433c" /><Relationship Type="http://schemas.openxmlformats.org/officeDocument/2006/relationships/image" Target="/ppt/media/image.png" Id="R03d47e1b46fa4ba4" /><Relationship Type="http://schemas.openxmlformats.org/officeDocument/2006/relationships/notesSlide" Target="/ppt/notesSlides/notesSlide7.xml" Id="R9c0d1c0bf63d48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f3bfefdcaf24f17" /><Relationship Type="http://schemas.openxmlformats.org/officeDocument/2006/relationships/notesSlide" Target="/ppt/notesSlides/notesSlide8.xml" Id="Rbcbfe6cbce0040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2f9e234dff4b51" /><Relationship Type="http://schemas.openxmlformats.org/officeDocument/2006/relationships/notesSlide" Target="/ppt/notesSlides/notesSlide9.xml" Id="R66c4af06b5194e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46bd45196214806" /><Relationship Type="http://schemas.openxmlformats.org/officeDocument/2006/relationships/notesSlide" Target="/ppt/notesSlides/notesSlide10.xml" Id="Rd14a23e3737847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555260d1db04c31" /><Relationship Type="http://schemas.openxmlformats.org/officeDocument/2006/relationships/notesSlide" Target="/ppt/notesSlides/notesSlide11.xml" Id="R81f6e14e0ea1447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ee79ca8b5d449f1" /><Relationship Type="http://schemas.openxmlformats.org/officeDocument/2006/relationships/notesSlide" Target="/ppt/notesSlides/notesSlide12.xml" Id="Rb86882b3d24545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070831c57d74233" /><Relationship Type="http://schemas.openxmlformats.org/officeDocument/2006/relationships/notesSlide" Target="/ppt/notesSlides/notesSlide13.xml" Id="R14021e6636214f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91d6e27fc324620" /><Relationship Type="http://schemas.openxmlformats.org/officeDocument/2006/relationships/notesSlide" Target="/ppt/notesSlides/notesSlide14.xml" Id="R5d7e86b5f11243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15a735b4cde4a72" /><Relationship Type="http://schemas.openxmlformats.org/officeDocument/2006/relationships/notesSlide" Target="/ppt/notesSlides/notesSlide15.xml" Id="R09962c1ef72e4708" /></Relationships>
</file>

<file path=ppt/slides/slide1.xml><?xml version="1.0" encoding="utf-8"?>
<p:sld xmlns:p="http://schemas.openxmlformats.org/presentationml/2006/main">
  <p:cSld>
    <p:bg>
      <p:bgPr>
        <a:solidFill xmlns:a="http://schemas.openxmlformats.org/drawingml/2006/main">
          <a:srgbClr val="0C403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8541D04-FB03-4A86-8AEA-C71E5293720B}"/>
              </a:ext>
            </a:extLst>
          </p:cNvPr>
          <p:cNvPicPr>
            <a:picLocks xmlns:a="http://schemas.openxmlformats.org/drawingml/2006/main" noChangeAspect="1"/>
          </p:cNvPicPr>
          <p:nvPr/>
        </p:nvPicPr>
        <p:blipFill>
          <a:blip xmlns:r="http://schemas.openxmlformats.org/officeDocument/2006/relationships" xmlns:a="http://schemas.openxmlformats.org/drawingml/2006/main" r:embed="R34e684ca95d84265"/>
          <a:srcRect xmlns:a="http://schemas.openxmlformats.org/drawingml/2006/main" l="20278" t="0" r="20278" b="0"/>
          <a:stretch xmlns:a="http://schemas.openxmlformats.org/drawingml/2006/main">
            <a:fillRect l="0" t="0" r="0" b="0"/>
          </a:stretch>
        </p:blipFill>
        <p:spPr>
          <a:xfrm xmlns:a="http://schemas.openxmlformats.org/drawingml/2006/main">
            <a:off x="6076950" y="0"/>
            <a:ext cx="61150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A96C537-CB6A-4817-BA64-739CE1695DD2}"/>
              </a:ext>
            </a:extLst>
          </p:cNvPr>
          <p:cNvSpPr>
            <a:spLocks xmlns:a="http://schemas.openxmlformats.org/drawingml/2006/main" noGrp="1"/>
          </p:cNvSpPr>
          <p:nvPr/>
        </p:nvSpPr>
        <p:spPr>
          <a:xfrm xmlns:a="http://schemas.openxmlformats.org/drawingml/2006/main">
            <a:off x="0" y="0"/>
            <a:ext cx="6076950" cy="6858000"/>
          </a:xfrm>
          <a:prstGeom xmlns:a="http://schemas.openxmlformats.org/drawingml/2006/main" prst="rect">
            <a:avLst/>
          </a:prstGeom>
          <a:solidFill xmlns:a="http://schemas.openxmlformats.org/drawingml/2006/main">
            <a:srgbClr val="0C40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1C3A625-613C-4B8F-98F7-F716FE0AC926}"/>
              </a:ext>
            </a:extLst>
          </p:cNvPr>
          <p:cNvSpPr>
            <a:spLocks xmlns:a="http://schemas.openxmlformats.org/drawingml/2006/main" noGrp="1"/>
          </p:cNvSpPr>
          <p:nvPr/>
        </p:nvSpPr>
        <p:spPr>
          <a:xfrm xmlns:a="http://schemas.openxmlformats.org/drawingml/2006/main">
            <a:off x="609600" y="4953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DE8CB"/>
                </a:solidFill>
                <a:latin typeface="Segoe UI"/>
                <a:ea typeface="Segoe UI"/>
                <a:cs typeface="Segoe UI"/>
              </a:defRPr>
            </a:defPPr>
            <a:lvl1pPr algn="l">
              <a:defRPr sz="1350" b="1">
                <a:solidFill>
                  <a:srgbClr val="BDE8CB"/>
                </a:solidFill>
                <a:latin typeface="Segoe UI"/>
                <a:ea typeface="Segoe UI"/>
                <a:cs typeface="Segoe UI"/>
              </a:defRPr>
            </a:lvl1pPr>
            <a:lvl2pPr algn="l">
              <a:defRPr sz="1350" b="1">
                <a:solidFill>
                  <a:srgbClr val="BDE8CB"/>
                </a:solidFill>
                <a:latin typeface="Segoe UI"/>
                <a:ea typeface="Segoe UI"/>
                <a:cs typeface="Segoe UI"/>
              </a:defRPr>
            </a:lvl2pPr>
            <a:lvl3pPr algn="l">
              <a:defRPr sz="1350" b="1">
                <a:solidFill>
                  <a:srgbClr val="BDE8CB"/>
                </a:solidFill>
                <a:latin typeface="Segoe UI"/>
                <a:ea typeface="Segoe UI"/>
                <a:cs typeface="Segoe UI"/>
              </a:defRPr>
            </a:lvl3pPr>
            <a:lvl4pPr algn="l">
              <a:defRPr sz="1350" b="1">
                <a:solidFill>
                  <a:srgbClr val="BDE8CB"/>
                </a:solidFill>
                <a:latin typeface="Segoe UI"/>
                <a:ea typeface="Segoe UI"/>
                <a:cs typeface="Segoe UI"/>
              </a:defRPr>
            </a:lvl4pPr>
            <a:lvl5pPr algn="l">
              <a:defRPr sz="1350" b="1">
                <a:solidFill>
                  <a:srgbClr val="BDE8CB"/>
                </a:solidFill>
                <a:latin typeface="Segoe UI"/>
                <a:ea typeface="Segoe UI"/>
                <a:cs typeface="Segoe UI"/>
              </a:defRPr>
            </a:lvl5pPr>
            <a:lvl6pPr algn="l">
              <a:defRPr sz="1350" b="1">
                <a:solidFill>
                  <a:srgbClr val="BDE8CB"/>
                </a:solidFill>
                <a:latin typeface="Segoe UI"/>
                <a:ea typeface="Segoe UI"/>
                <a:cs typeface="Segoe UI"/>
              </a:defRPr>
            </a:lvl6pPr>
            <a:lvl7pPr algn="l">
              <a:defRPr sz="1350" b="1">
                <a:solidFill>
                  <a:srgbClr val="BDE8CB"/>
                </a:solidFill>
                <a:latin typeface="Segoe UI"/>
                <a:ea typeface="Segoe UI"/>
                <a:cs typeface="Segoe UI"/>
              </a:defRPr>
            </a:lvl7pPr>
            <a:lvl8pPr algn="l">
              <a:defRPr sz="1350" b="1">
                <a:solidFill>
                  <a:srgbClr val="BDE8CB"/>
                </a:solidFill>
                <a:latin typeface="Segoe UI"/>
                <a:ea typeface="Segoe UI"/>
                <a:cs typeface="Segoe UI"/>
              </a:defRPr>
            </a:lvl8pPr>
            <a:lvl9pPr algn="l">
              <a:defRPr sz="1350" b="1">
                <a:solidFill>
                  <a:srgbClr val="BDE8CB"/>
                </a:solidFill>
                <a:latin typeface="Segoe UI"/>
                <a:ea typeface="Segoe UI"/>
                <a:cs typeface="Segoe UI"/>
              </a:defRPr>
            </a:lvl9pPr>
          </a:lstStyle>
          <a:p xmlns:a="http://schemas.openxmlformats.org/drawingml/2006/main">
            <a:pPr algn="l">
              <a:lnSpc>
                <a:spcPct val="108000"/>
              </a:lnSpc>
              <a:buNone/>
              <a:defRPr sz="1350" b="1">
                <a:solidFill>
                  <a:srgbClr val="BDE8CB"/>
                </a:solidFill>
                <a:latin typeface="Segoe UI"/>
                <a:ea typeface="Segoe UI"/>
                <a:cs typeface="Segoe UI"/>
              </a:defRPr>
            </a:pPr>
            <a:r>
              <a:rPr sz="1350" b="1">
                <a:solidFill>
                  <a:srgbClr val="BDE8CB"/>
                </a:solidFill>
                <a:latin typeface="Segoe UI"/>
                <a:ea typeface="Segoe UI"/>
                <a:cs typeface="Segoe UI"/>
              </a:rPr>
              <a:t>BÀI TẬP LỚN</a:t>
            </a:r>
          </a:p>
        </p:txBody>
      </p:sp>
      <p:sp>
        <p:nvSpPr>
          <p:cNvPr id="4" name="">
            <a:extLst xmlns:a="http://schemas.openxmlformats.org/drawingml/2006/main">
              <a:ext uri="{FF2B5EF4-FFF2-40B4-BE49-F238E27FC236}">
                <a16:creationId xmlns:a16="http://schemas.microsoft.com/office/drawing/2014/main" id="{F5B4011E-C4DC-4BD3-B56E-7E2C0D1E3763}"/>
              </a:ext>
            </a:extLst>
          </p:cNvPr>
          <p:cNvSpPr>
            <a:spLocks xmlns:a="http://schemas.openxmlformats.org/drawingml/2006/main" noGrp="1"/>
          </p:cNvSpPr>
          <p:nvPr/>
        </p:nvSpPr>
        <p:spPr>
          <a:xfrm xmlns:a="http://schemas.openxmlformats.org/drawingml/2006/main">
            <a:off x="609600" y="1238250"/>
            <a:ext cx="5048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lnSpc>
                <a:spcPct val="102000"/>
              </a:lnSpc>
              <a:buNone/>
              <a:defRPr sz="3900" b="1">
                <a:solidFill>
                  <a:srgbClr val="FFFFFF"/>
                </a:solidFill>
                <a:latin typeface="Segoe UI"/>
                <a:ea typeface="Segoe UI"/>
                <a:cs typeface="Segoe UI"/>
              </a:defRPr>
            </a:pPr>
            <a:r>
              <a:rPr sz="3900" b="1">
                <a:solidFill>
                  <a:srgbClr val="FFFFFF"/>
                </a:solidFill>
                <a:latin typeface="Segoe UI"/>
                <a:ea typeface="Segoe UI"/>
                <a:cs typeface="Segoe UI"/>
              </a:rPr>
              <a:t>Hệ thống quản lý</a:t>
            </a:r>
          </a:p>
          <a:p xmlns:a="http://schemas.openxmlformats.org/drawingml/2006/main">
            <a:pPr algn="l">
              <a:lnSpc>
                <a:spcPct val="102000"/>
              </a:lnSpc>
              <a:buNone/>
              <a:defRPr sz="3900" b="1">
                <a:solidFill>
                  <a:srgbClr val="FFFFFF"/>
                </a:solidFill>
                <a:latin typeface="Segoe UI"/>
                <a:ea typeface="Segoe UI"/>
                <a:cs typeface="Segoe UI"/>
              </a:defRPr>
            </a:pPr>
            <a:r>
              <a:rPr sz="3900" b="1">
                <a:solidFill>
                  <a:srgbClr val="FFFFFF"/>
                </a:solidFill>
                <a:latin typeface="Segoe UI"/>
                <a:ea typeface="Segoe UI"/>
                <a:cs typeface="Segoe UI"/>
              </a:rPr>
              <a:t>và khai thác thư viện</a:t>
            </a:r>
          </a:p>
        </p:txBody>
      </p:sp>
      <p:sp>
        <p:nvSpPr>
          <p:cNvPr id="5" name="">
            <a:extLst xmlns:a="http://schemas.openxmlformats.org/drawingml/2006/main">
              <a:ext uri="{FF2B5EF4-FFF2-40B4-BE49-F238E27FC236}">
                <a16:creationId xmlns:a16="http://schemas.microsoft.com/office/drawing/2014/main" id="{6365D9A1-EE26-4FF3-9DAF-1BA307BF9462}"/>
              </a:ext>
            </a:extLst>
          </p:cNvPr>
          <p:cNvSpPr>
            <a:spLocks xmlns:a="http://schemas.openxmlformats.org/drawingml/2006/main" noGrp="1"/>
          </p:cNvSpPr>
          <p:nvPr/>
        </p:nvSpPr>
        <p:spPr>
          <a:xfrm xmlns:a="http://schemas.openxmlformats.org/drawingml/2006/main">
            <a:off x="609600" y="360045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BDE8CB"/>
                </a:solidFill>
                <a:latin typeface="Segoe UI"/>
                <a:ea typeface="Segoe UI"/>
                <a:cs typeface="Segoe UI"/>
              </a:defRPr>
            </a:defPPr>
            <a:lvl1pPr algn="l">
              <a:defRPr sz="3525" b="1">
                <a:solidFill>
                  <a:srgbClr val="BDE8CB"/>
                </a:solidFill>
                <a:latin typeface="Segoe UI"/>
                <a:ea typeface="Segoe UI"/>
                <a:cs typeface="Segoe UI"/>
              </a:defRPr>
            </a:lvl1pPr>
            <a:lvl2pPr algn="l">
              <a:defRPr sz="3525" b="1">
                <a:solidFill>
                  <a:srgbClr val="BDE8CB"/>
                </a:solidFill>
                <a:latin typeface="Segoe UI"/>
                <a:ea typeface="Segoe UI"/>
                <a:cs typeface="Segoe UI"/>
              </a:defRPr>
            </a:lvl2pPr>
            <a:lvl3pPr algn="l">
              <a:defRPr sz="3525" b="1">
                <a:solidFill>
                  <a:srgbClr val="BDE8CB"/>
                </a:solidFill>
                <a:latin typeface="Segoe UI"/>
                <a:ea typeface="Segoe UI"/>
                <a:cs typeface="Segoe UI"/>
              </a:defRPr>
            </a:lvl3pPr>
            <a:lvl4pPr algn="l">
              <a:defRPr sz="3525" b="1">
                <a:solidFill>
                  <a:srgbClr val="BDE8CB"/>
                </a:solidFill>
                <a:latin typeface="Segoe UI"/>
                <a:ea typeface="Segoe UI"/>
                <a:cs typeface="Segoe UI"/>
              </a:defRPr>
            </a:lvl4pPr>
            <a:lvl5pPr algn="l">
              <a:defRPr sz="3525" b="1">
                <a:solidFill>
                  <a:srgbClr val="BDE8CB"/>
                </a:solidFill>
                <a:latin typeface="Segoe UI"/>
                <a:ea typeface="Segoe UI"/>
                <a:cs typeface="Segoe UI"/>
              </a:defRPr>
            </a:lvl5pPr>
            <a:lvl6pPr algn="l">
              <a:defRPr sz="3525" b="1">
                <a:solidFill>
                  <a:srgbClr val="BDE8CB"/>
                </a:solidFill>
                <a:latin typeface="Segoe UI"/>
                <a:ea typeface="Segoe UI"/>
                <a:cs typeface="Segoe UI"/>
              </a:defRPr>
            </a:lvl6pPr>
            <a:lvl7pPr algn="l">
              <a:defRPr sz="3525" b="1">
                <a:solidFill>
                  <a:srgbClr val="BDE8CB"/>
                </a:solidFill>
                <a:latin typeface="Segoe UI"/>
                <a:ea typeface="Segoe UI"/>
                <a:cs typeface="Segoe UI"/>
              </a:defRPr>
            </a:lvl7pPr>
            <a:lvl8pPr algn="l">
              <a:defRPr sz="3525" b="1">
                <a:solidFill>
                  <a:srgbClr val="BDE8CB"/>
                </a:solidFill>
                <a:latin typeface="Segoe UI"/>
                <a:ea typeface="Segoe UI"/>
                <a:cs typeface="Segoe UI"/>
              </a:defRPr>
            </a:lvl8pPr>
            <a:lvl9pPr algn="l">
              <a:defRPr sz="3525" b="1">
                <a:solidFill>
                  <a:srgbClr val="BDE8CB"/>
                </a:solidFill>
                <a:latin typeface="Segoe UI"/>
                <a:ea typeface="Segoe UI"/>
                <a:cs typeface="Segoe UI"/>
              </a:defRPr>
            </a:lvl9pPr>
          </a:lstStyle>
          <a:p xmlns:a="http://schemas.openxmlformats.org/drawingml/2006/main">
            <a:pPr algn="l">
              <a:lnSpc>
                <a:spcPct val="108000"/>
              </a:lnSpc>
              <a:buNone/>
              <a:defRPr sz="3525" b="1">
                <a:solidFill>
                  <a:srgbClr val="BDE8CB"/>
                </a:solidFill>
                <a:latin typeface="Segoe UI"/>
                <a:ea typeface="Segoe UI"/>
                <a:cs typeface="Segoe UI"/>
              </a:defRPr>
            </a:pPr>
            <a:r>
              <a:rPr sz="3525" b="1">
                <a:solidFill>
                  <a:srgbClr val="BDE8CB"/>
                </a:solidFill>
                <a:latin typeface="Segoe UI"/>
                <a:ea typeface="Segoe UI"/>
                <a:cs typeface="Segoe UI"/>
              </a:rPr>
              <a:t>LAMS</a:t>
            </a:r>
          </a:p>
        </p:txBody>
      </p:sp>
      <p:sp>
        <p:nvSpPr>
          <p:cNvPr id="6" name="">
            <a:extLst xmlns:a="http://schemas.openxmlformats.org/drawingml/2006/main">
              <a:ext uri="{FF2B5EF4-FFF2-40B4-BE49-F238E27FC236}">
                <a16:creationId xmlns:a16="http://schemas.microsoft.com/office/drawing/2014/main" id="{6B8B7846-9716-443F-82BB-80385190A459}"/>
              </a:ext>
            </a:extLst>
          </p:cNvPr>
          <p:cNvSpPr>
            <a:spLocks xmlns:a="http://schemas.openxmlformats.org/drawingml/2006/main" noGrp="1"/>
          </p:cNvSpPr>
          <p:nvPr/>
        </p:nvSpPr>
        <p:spPr>
          <a:xfrm xmlns:a="http://schemas.openxmlformats.org/drawingml/2006/main">
            <a:off x="609600" y="4514850"/>
            <a:ext cx="4610100" cy="0"/>
          </a:xfrm>
          <a:prstGeom xmlns:a="http://schemas.openxmlformats.org/drawingml/2006/main" prst="line">
            <a:avLst/>
          </a:prstGeom>
          <a:noFill xmlns:a="http://schemas.openxmlformats.org/drawingml/2006/main"/>
          <a:ln xmlns:a="http://schemas.openxmlformats.org/drawingml/2006/main" w="19050">
            <a:solidFill>
              <a:srgbClr val="87C7B2"/>
            </a:solidFill>
            <a:prstDash val="solid"/>
          </a:ln>
        </p:spPr>
      </p:sp>
      <p:sp>
        <p:nvSpPr>
          <p:cNvPr id="7" name="">
            <a:extLst xmlns:a="http://schemas.openxmlformats.org/drawingml/2006/main">
              <a:ext uri="{FF2B5EF4-FFF2-40B4-BE49-F238E27FC236}">
                <a16:creationId xmlns:a16="http://schemas.microsoft.com/office/drawing/2014/main" id="{9F6698EB-8524-48BE-BC4D-7E57FF6F83DA}"/>
              </a:ext>
            </a:extLst>
          </p:cNvPr>
          <p:cNvSpPr>
            <a:spLocks xmlns:a="http://schemas.openxmlformats.org/drawingml/2006/main" noGrp="1"/>
          </p:cNvSpPr>
          <p:nvPr/>
        </p:nvSpPr>
        <p:spPr>
          <a:xfrm xmlns:a="http://schemas.openxmlformats.org/drawingml/2006/main">
            <a:off x="609600" y="4733925"/>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FFFFF"/>
                </a:solidFill>
                <a:latin typeface="Segoe UI"/>
                <a:ea typeface="Segoe UI"/>
                <a:cs typeface="Segoe UI"/>
              </a:defRPr>
            </a:defPPr>
            <a:lvl1pPr algn="l">
              <a:defRPr sz="1575" b="0">
                <a:solidFill>
                  <a:srgbClr val="FFFFFF"/>
                </a:solidFill>
                <a:latin typeface="Segoe UI"/>
                <a:ea typeface="Segoe UI"/>
                <a:cs typeface="Segoe UI"/>
              </a:defRPr>
            </a:lvl1pPr>
            <a:lvl2pPr algn="l">
              <a:defRPr sz="1575" b="0">
                <a:solidFill>
                  <a:srgbClr val="FFFFFF"/>
                </a:solidFill>
                <a:latin typeface="Segoe UI"/>
                <a:ea typeface="Segoe UI"/>
                <a:cs typeface="Segoe UI"/>
              </a:defRPr>
            </a:lvl2pPr>
            <a:lvl3pPr algn="l">
              <a:defRPr sz="1575" b="0">
                <a:solidFill>
                  <a:srgbClr val="FFFFFF"/>
                </a:solidFill>
                <a:latin typeface="Segoe UI"/>
                <a:ea typeface="Segoe UI"/>
                <a:cs typeface="Segoe UI"/>
              </a:defRPr>
            </a:lvl3pPr>
            <a:lvl4pPr algn="l">
              <a:defRPr sz="1575" b="0">
                <a:solidFill>
                  <a:srgbClr val="FFFFFF"/>
                </a:solidFill>
                <a:latin typeface="Segoe UI"/>
                <a:ea typeface="Segoe UI"/>
                <a:cs typeface="Segoe UI"/>
              </a:defRPr>
            </a:lvl4pPr>
            <a:lvl5pPr algn="l">
              <a:defRPr sz="1575" b="0">
                <a:solidFill>
                  <a:srgbClr val="FFFFFF"/>
                </a:solidFill>
                <a:latin typeface="Segoe UI"/>
                <a:ea typeface="Segoe UI"/>
                <a:cs typeface="Segoe UI"/>
              </a:defRPr>
            </a:lvl5pPr>
            <a:lvl6pPr algn="l">
              <a:defRPr sz="1575" b="0">
                <a:solidFill>
                  <a:srgbClr val="FFFFFF"/>
                </a:solidFill>
                <a:latin typeface="Segoe UI"/>
                <a:ea typeface="Segoe UI"/>
                <a:cs typeface="Segoe UI"/>
              </a:defRPr>
            </a:lvl6pPr>
            <a:lvl7pPr algn="l">
              <a:defRPr sz="1575" b="0">
                <a:solidFill>
                  <a:srgbClr val="FFFFFF"/>
                </a:solidFill>
                <a:latin typeface="Segoe UI"/>
                <a:ea typeface="Segoe UI"/>
                <a:cs typeface="Segoe UI"/>
              </a:defRPr>
            </a:lvl7pPr>
            <a:lvl8pPr algn="l">
              <a:defRPr sz="1575" b="0">
                <a:solidFill>
                  <a:srgbClr val="FFFFFF"/>
                </a:solidFill>
                <a:latin typeface="Segoe UI"/>
                <a:ea typeface="Segoe UI"/>
                <a:cs typeface="Segoe UI"/>
              </a:defRPr>
            </a:lvl8pPr>
            <a:lvl9pPr algn="l">
              <a:defRPr sz="1575" b="0">
                <a:solidFill>
                  <a:srgbClr val="FFFFFF"/>
                </a:solidFill>
                <a:latin typeface="Segoe UI"/>
                <a:ea typeface="Segoe UI"/>
                <a:cs typeface="Segoe UI"/>
              </a:defRPr>
            </a:lvl9pPr>
          </a:lstStyle>
          <a:p xmlns:a="http://schemas.openxmlformats.org/drawingml/2006/main">
            <a:pPr algn="l">
              <a:lnSpc>
                <a:spcPct val="108000"/>
              </a:lnSpc>
              <a:buNone/>
              <a:defRPr sz="1575" b="0">
                <a:solidFill>
                  <a:srgbClr val="FFFFFF"/>
                </a:solidFill>
                <a:latin typeface="Segoe UI"/>
                <a:ea typeface="Segoe UI"/>
                <a:cs typeface="Segoe UI"/>
              </a:defRPr>
            </a:pPr>
            <a:r>
              <a:rPr sz="1575" b="0">
                <a:solidFill>
                  <a:srgbClr val="FFFFFF"/>
                </a:solidFill>
                <a:latin typeface="Segoe UI"/>
                <a:ea typeface="Segoe UI"/>
                <a:cs typeface="Segoe UI"/>
              </a:rPr>
              <a:t>Thiết kế Web nâng cao-1-1-26(N01)</a:t>
            </a:r>
          </a:p>
        </p:txBody>
      </p:sp>
      <p:sp>
        <p:nvSpPr>
          <p:cNvPr id="8" name="">
            <a:extLst xmlns:a="http://schemas.openxmlformats.org/drawingml/2006/main">
              <a:ext uri="{FF2B5EF4-FFF2-40B4-BE49-F238E27FC236}">
                <a16:creationId xmlns:a16="http://schemas.microsoft.com/office/drawing/2014/main" id="{5E3963CD-98F4-4992-8FB3-64F36C4F72C0}"/>
              </a:ext>
            </a:extLst>
          </p:cNvPr>
          <p:cNvSpPr>
            <a:spLocks xmlns:a="http://schemas.openxmlformats.org/drawingml/2006/main" noGrp="1"/>
          </p:cNvSpPr>
          <p:nvPr/>
        </p:nvSpPr>
        <p:spPr>
          <a:xfrm xmlns:a="http://schemas.openxmlformats.org/drawingml/2006/main">
            <a:off x="609600" y="5257800"/>
            <a:ext cx="49530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CEEE7"/>
                </a:solidFill>
                <a:latin typeface="Segoe UI"/>
                <a:ea typeface="Segoe UI"/>
                <a:cs typeface="Segoe UI"/>
              </a:defRPr>
            </a:defPPr>
            <a:lvl1pPr algn="l">
              <a:defRPr sz="1500" b="0">
                <a:solidFill>
                  <a:srgbClr val="DCEEE7"/>
                </a:solidFill>
                <a:latin typeface="Segoe UI"/>
                <a:ea typeface="Segoe UI"/>
                <a:cs typeface="Segoe UI"/>
              </a:defRPr>
            </a:lvl1pPr>
            <a:lvl2pPr algn="l">
              <a:defRPr sz="1500" b="0">
                <a:solidFill>
                  <a:srgbClr val="DCEEE7"/>
                </a:solidFill>
                <a:latin typeface="Segoe UI"/>
                <a:ea typeface="Segoe UI"/>
                <a:cs typeface="Segoe UI"/>
              </a:defRPr>
            </a:lvl2pPr>
            <a:lvl3pPr algn="l">
              <a:defRPr sz="1500" b="0">
                <a:solidFill>
                  <a:srgbClr val="DCEEE7"/>
                </a:solidFill>
                <a:latin typeface="Segoe UI"/>
                <a:ea typeface="Segoe UI"/>
                <a:cs typeface="Segoe UI"/>
              </a:defRPr>
            </a:lvl3pPr>
            <a:lvl4pPr algn="l">
              <a:defRPr sz="1500" b="0">
                <a:solidFill>
                  <a:srgbClr val="DCEEE7"/>
                </a:solidFill>
                <a:latin typeface="Segoe UI"/>
                <a:ea typeface="Segoe UI"/>
                <a:cs typeface="Segoe UI"/>
              </a:defRPr>
            </a:lvl4pPr>
            <a:lvl5pPr algn="l">
              <a:defRPr sz="1500" b="0">
                <a:solidFill>
                  <a:srgbClr val="DCEEE7"/>
                </a:solidFill>
                <a:latin typeface="Segoe UI"/>
                <a:ea typeface="Segoe UI"/>
                <a:cs typeface="Segoe UI"/>
              </a:defRPr>
            </a:lvl5pPr>
            <a:lvl6pPr algn="l">
              <a:defRPr sz="1500" b="0">
                <a:solidFill>
                  <a:srgbClr val="DCEEE7"/>
                </a:solidFill>
                <a:latin typeface="Segoe UI"/>
                <a:ea typeface="Segoe UI"/>
                <a:cs typeface="Segoe UI"/>
              </a:defRPr>
            </a:lvl6pPr>
            <a:lvl7pPr algn="l">
              <a:defRPr sz="1500" b="0">
                <a:solidFill>
                  <a:srgbClr val="DCEEE7"/>
                </a:solidFill>
                <a:latin typeface="Segoe UI"/>
                <a:ea typeface="Segoe UI"/>
                <a:cs typeface="Segoe UI"/>
              </a:defRPr>
            </a:lvl7pPr>
            <a:lvl8pPr algn="l">
              <a:defRPr sz="1500" b="0">
                <a:solidFill>
                  <a:srgbClr val="DCEEE7"/>
                </a:solidFill>
                <a:latin typeface="Segoe UI"/>
                <a:ea typeface="Segoe UI"/>
                <a:cs typeface="Segoe UI"/>
              </a:defRPr>
            </a:lvl8pPr>
            <a:lvl9pPr algn="l">
              <a:defRPr sz="1500" b="0">
                <a:solidFill>
                  <a:srgbClr val="DCEEE7"/>
                </a:solidFill>
                <a:latin typeface="Segoe UI"/>
                <a:ea typeface="Segoe UI"/>
                <a:cs typeface="Segoe UI"/>
              </a:defRPr>
            </a:lvl9pPr>
          </a:lstStyle>
          <a:p xmlns:a="http://schemas.openxmlformats.org/drawingml/2006/main">
            <a:pPr algn="l">
              <a:lnSpc>
                <a:spcPct val="108000"/>
              </a:lnSpc>
              <a:buNone/>
              <a:defRPr sz="1500" b="0">
                <a:solidFill>
                  <a:srgbClr val="DCEEE7"/>
                </a:solidFill>
                <a:latin typeface="Segoe UI"/>
                <a:ea typeface="Segoe UI"/>
                <a:cs typeface="Segoe UI"/>
              </a:defRPr>
            </a:pPr>
            <a:r>
              <a:rPr sz="1500" b="0">
                <a:solidFill>
                  <a:srgbClr val="DCEEE7"/>
                </a:solidFill>
                <a:latin typeface="Segoe UI"/>
                <a:ea typeface="Segoe UI"/>
                <a:cs typeface="Segoe UI"/>
              </a:rPr>
              <a:t>Nguyễn Trọng Tuấn · 23010690</a:t>
            </a:r>
          </a:p>
          <a:p xmlns:a="http://schemas.openxmlformats.org/drawingml/2006/main">
            <a:pPr algn="l">
              <a:lnSpc>
                <a:spcPct val="108000"/>
              </a:lnSpc>
              <a:buNone/>
              <a:defRPr sz="1500" b="0">
                <a:solidFill>
                  <a:srgbClr val="DCEEE7"/>
                </a:solidFill>
                <a:latin typeface="Segoe UI"/>
                <a:ea typeface="Segoe UI"/>
                <a:cs typeface="Segoe UI"/>
              </a:defRPr>
            </a:pPr>
            <a:r>
              <a:rPr sz="1500" b="0">
                <a:solidFill>
                  <a:srgbClr val="DCEEE7"/>
                </a:solidFill>
                <a:latin typeface="Segoe UI"/>
                <a:ea typeface="Segoe UI"/>
                <a:cs typeface="Segoe UI"/>
              </a:rPr>
              <a:t>Vũ Đức Toàn · 23010062</a:t>
            </a:r>
          </a:p>
        </p:txBody>
      </p:sp>
    </p:spTree>
    <p:extLst>
      <p:ext uri="{BB962C8B-B14F-4D97-AF65-F5344CB8AC3E}">
        <p14:creationId xmlns:p14="http://schemas.microsoft.com/office/powerpoint/2010/main" val="1437789845"/>
      </p:ext>
    </p:extLst>
  </p:cSld>
</p:sld>
</file>

<file path=ppt/slides/slide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304548C-6B1B-48C7-86EE-807A43FA3F57}"/>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BỐI CẢNH</a:t>
            </a:r>
          </a:p>
        </p:txBody>
      </p:sp>
      <p:sp>
        <p:nvSpPr>
          <p:cNvPr id="2" name="">
            <a:extLst xmlns:a="http://schemas.openxmlformats.org/drawingml/2006/main">
              <a:ext uri="{FF2B5EF4-FFF2-40B4-BE49-F238E27FC236}">
                <a16:creationId xmlns:a16="http://schemas.microsoft.com/office/drawing/2014/main" id="{8CB83A3E-F2A0-48C0-8C4D-C67EC5711DC4}"/>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Bài toán của thư viện</a:t>
            </a:r>
          </a:p>
        </p:txBody>
      </p:sp>
      <p:sp>
        <p:nvSpPr>
          <p:cNvPr id="3" name="">
            <a:extLst xmlns:a="http://schemas.openxmlformats.org/drawingml/2006/main">
              <a:ext uri="{FF2B5EF4-FFF2-40B4-BE49-F238E27FC236}">
                <a16:creationId xmlns:a16="http://schemas.microsoft.com/office/drawing/2014/main" id="{BCCF0B9A-08A3-4F9A-80B4-CD767F584762}"/>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215C9E54-BE8F-4DF7-9E1E-CB6D8F383848}"/>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82F58FD3-E611-4B02-BFCF-E8571AAC8C01}"/>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02</a:t>
            </a:r>
          </a:p>
        </p:txBody>
      </p:sp>
      <p:sp>
        <p:nvSpPr>
          <p:cNvPr id="6" name="">
            <a:extLst xmlns:a="http://schemas.openxmlformats.org/drawingml/2006/main">
              <a:ext uri="{FF2B5EF4-FFF2-40B4-BE49-F238E27FC236}">
                <a16:creationId xmlns:a16="http://schemas.microsoft.com/office/drawing/2014/main" id="{3136E930-1513-480C-B743-BEEDF48532B6}"/>
              </a:ext>
            </a:extLst>
          </p:cNvPr>
          <p:cNvSpPr>
            <a:spLocks xmlns:a="http://schemas.openxmlformats.org/drawingml/2006/main" noGrp="1"/>
          </p:cNvSpPr>
          <p:nvPr/>
        </p:nvSpPr>
        <p:spPr>
          <a:xfrm xmlns:a="http://schemas.openxmlformats.org/drawingml/2006/main">
            <a:off x="685800" y="1743075"/>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C403C"/>
                </a:solidFill>
                <a:latin typeface="Segoe UI"/>
                <a:ea typeface="Segoe UI"/>
                <a:cs typeface="Segoe UI"/>
              </a:defRPr>
            </a:defPPr>
            <a:lvl1pPr algn="l">
              <a:defRPr sz="2175" b="1">
                <a:solidFill>
                  <a:srgbClr val="0C403C"/>
                </a:solidFill>
                <a:latin typeface="Segoe UI"/>
                <a:ea typeface="Segoe UI"/>
                <a:cs typeface="Segoe UI"/>
              </a:defRPr>
            </a:lvl1pPr>
            <a:lvl2pPr algn="l">
              <a:defRPr sz="2175" b="1">
                <a:solidFill>
                  <a:srgbClr val="0C403C"/>
                </a:solidFill>
                <a:latin typeface="Segoe UI"/>
                <a:ea typeface="Segoe UI"/>
                <a:cs typeface="Segoe UI"/>
              </a:defRPr>
            </a:lvl2pPr>
            <a:lvl3pPr algn="l">
              <a:defRPr sz="2175" b="1">
                <a:solidFill>
                  <a:srgbClr val="0C403C"/>
                </a:solidFill>
                <a:latin typeface="Segoe UI"/>
                <a:ea typeface="Segoe UI"/>
                <a:cs typeface="Segoe UI"/>
              </a:defRPr>
            </a:lvl3pPr>
            <a:lvl4pPr algn="l">
              <a:defRPr sz="2175" b="1">
                <a:solidFill>
                  <a:srgbClr val="0C403C"/>
                </a:solidFill>
                <a:latin typeface="Segoe UI"/>
                <a:ea typeface="Segoe UI"/>
                <a:cs typeface="Segoe UI"/>
              </a:defRPr>
            </a:lvl4pPr>
            <a:lvl5pPr algn="l">
              <a:defRPr sz="2175" b="1">
                <a:solidFill>
                  <a:srgbClr val="0C403C"/>
                </a:solidFill>
                <a:latin typeface="Segoe UI"/>
                <a:ea typeface="Segoe UI"/>
                <a:cs typeface="Segoe UI"/>
              </a:defRPr>
            </a:lvl5pPr>
            <a:lvl6pPr algn="l">
              <a:defRPr sz="2175" b="1">
                <a:solidFill>
                  <a:srgbClr val="0C403C"/>
                </a:solidFill>
                <a:latin typeface="Segoe UI"/>
                <a:ea typeface="Segoe UI"/>
                <a:cs typeface="Segoe UI"/>
              </a:defRPr>
            </a:lvl6pPr>
            <a:lvl7pPr algn="l">
              <a:defRPr sz="2175" b="1">
                <a:solidFill>
                  <a:srgbClr val="0C403C"/>
                </a:solidFill>
                <a:latin typeface="Segoe UI"/>
                <a:ea typeface="Segoe UI"/>
                <a:cs typeface="Segoe UI"/>
              </a:defRPr>
            </a:lvl7pPr>
            <a:lvl8pPr algn="l">
              <a:defRPr sz="2175" b="1">
                <a:solidFill>
                  <a:srgbClr val="0C403C"/>
                </a:solidFill>
                <a:latin typeface="Segoe UI"/>
                <a:ea typeface="Segoe UI"/>
                <a:cs typeface="Segoe UI"/>
              </a:defRPr>
            </a:lvl8pPr>
            <a:lvl9pPr algn="l">
              <a:defRPr sz="2175" b="1">
                <a:solidFill>
                  <a:srgbClr val="0C403C"/>
                </a:solidFill>
                <a:latin typeface="Segoe UI"/>
                <a:ea typeface="Segoe UI"/>
                <a:cs typeface="Segoe UI"/>
              </a:defRPr>
            </a:lvl9pPr>
          </a:lstStyle>
          <a:p xmlns:a="http://schemas.openxmlformats.org/drawingml/2006/main">
            <a:pPr algn="l">
              <a:lnSpc>
                <a:spcPct val="108000"/>
              </a:lnSpc>
              <a:buNone/>
              <a:defRPr sz="2175" b="1">
                <a:solidFill>
                  <a:srgbClr val="0C403C"/>
                </a:solidFill>
                <a:latin typeface="Segoe UI"/>
                <a:ea typeface="Segoe UI"/>
                <a:cs typeface="Segoe UI"/>
              </a:defRPr>
            </a:pPr>
            <a:r>
              <a:rPr sz="2175" b="1">
                <a:solidFill>
                  <a:srgbClr val="0C403C"/>
                </a:solidFill>
                <a:latin typeface="Segoe UI"/>
                <a:ea typeface="Segoe UI"/>
                <a:cs typeface="Segoe UI"/>
              </a:rPr>
              <a:t>Một bản sách đi qua nhiều quyết định khác nhau</a:t>
            </a:r>
          </a:p>
        </p:txBody>
      </p:sp>
      <p:sp>
        <p:nvSpPr>
          <p:cNvPr id="7" name="">
            <a:extLst xmlns:a="http://schemas.openxmlformats.org/drawingml/2006/main">
              <a:ext uri="{FF2B5EF4-FFF2-40B4-BE49-F238E27FC236}">
                <a16:creationId xmlns:a16="http://schemas.microsoft.com/office/drawing/2014/main" id="{1A35AD6E-E50C-476F-9120-C852BD346191}"/>
              </a:ext>
            </a:extLst>
          </p:cNvPr>
          <p:cNvSpPr>
            <a:spLocks xmlns:a="http://schemas.openxmlformats.org/drawingml/2006/main" noGrp="1"/>
          </p:cNvSpPr>
          <p:nvPr/>
        </p:nvSpPr>
        <p:spPr>
          <a:xfrm xmlns:a="http://schemas.openxmlformats.org/drawingml/2006/main">
            <a:off x="704850" y="2600325"/>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defRPr sz="2550" b="1">
                <a:solidFill>
                  <a:srgbClr val="0F766E"/>
                </a:solidFill>
                <a:latin typeface="Segoe UI"/>
                <a:ea typeface="Segoe UI"/>
                <a:cs typeface="Segoe UI"/>
              </a:defRPr>
            </a:lvl1pPr>
            <a:lvl2pPr algn="l">
              <a:defRPr sz="2550" b="1">
                <a:solidFill>
                  <a:srgbClr val="0F766E"/>
                </a:solidFill>
                <a:latin typeface="Segoe UI"/>
                <a:ea typeface="Segoe UI"/>
                <a:cs typeface="Segoe UI"/>
              </a:defRPr>
            </a:lvl2pPr>
            <a:lvl3pPr algn="l">
              <a:defRPr sz="2550" b="1">
                <a:solidFill>
                  <a:srgbClr val="0F766E"/>
                </a:solidFill>
                <a:latin typeface="Segoe UI"/>
                <a:ea typeface="Segoe UI"/>
                <a:cs typeface="Segoe UI"/>
              </a:defRPr>
            </a:lvl3pPr>
            <a:lvl4pPr algn="l">
              <a:defRPr sz="2550" b="1">
                <a:solidFill>
                  <a:srgbClr val="0F766E"/>
                </a:solidFill>
                <a:latin typeface="Segoe UI"/>
                <a:ea typeface="Segoe UI"/>
                <a:cs typeface="Segoe UI"/>
              </a:defRPr>
            </a:lvl4pPr>
            <a:lvl5pPr algn="l">
              <a:defRPr sz="2550" b="1">
                <a:solidFill>
                  <a:srgbClr val="0F766E"/>
                </a:solidFill>
                <a:latin typeface="Segoe UI"/>
                <a:ea typeface="Segoe UI"/>
                <a:cs typeface="Segoe UI"/>
              </a:defRPr>
            </a:lvl5pPr>
            <a:lvl6pPr algn="l">
              <a:defRPr sz="2550" b="1">
                <a:solidFill>
                  <a:srgbClr val="0F766E"/>
                </a:solidFill>
                <a:latin typeface="Segoe UI"/>
                <a:ea typeface="Segoe UI"/>
                <a:cs typeface="Segoe UI"/>
              </a:defRPr>
            </a:lvl6pPr>
            <a:lvl7pPr algn="l">
              <a:defRPr sz="2550" b="1">
                <a:solidFill>
                  <a:srgbClr val="0F766E"/>
                </a:solidFill>
                <a:latin typeface="Segoe UI"/>
                <a:ea typeface="Segoe UI"/>
                <a:cs typeface="Segoe UI"/>
              </a:defRPr>
            </a:lvl7pPr>
            <a:lvl8pPr algn="l">
              <a:defRPr sz="2550" b="1">
                <a:solidFill>
                  <a:srgbClr val="0F766E"/>
                </a:solidFill>
                <a:latin typeface="Segoe UI"/>
                <a:ea typeface="Segoe UI"/>
                <a:cs typeface="Segoe UI"/>
              </a:defRPr>
            </a:lvl8pPr>
            <a:lvl9pPr algn="l">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01</a:t>
            </a:r>
          </a:p>
        </p:txBody>
      </p:sp>
      <p:sp>
        <p:nvSpPr>
          <p:cNvPr id="8" name="">
            <a:extLst xmlns:a="http://schemas.openxmlformats.org/drawingml/2006/main">
              <a:ext uri="{FF2B5EF4-FFF2-40B4-BE49-F238E27FC236}">
                <a16:creationId xmlns:a16="http://schemas.microsoft.com/office/drawing/2014/main" id="{B2489F16-EC8B-470C-8A22-4F70B839DF4E}"/>
              </a:ext>
            </a:extLst>
          </p:cNvPr>
          <p:cNvSpPr>
            <a:spLocks xmlns:a="http://schemas.openxmlformats.org/drawingml/2006/main" noGrp="1"/>
          </p:cNvSpPr>
          <p:nvPr/>
        </p:nvSpPr>
        <p:spPr>
          <a:xfrm xmlns:a="http://schemas.openxmlformats.org/drawingml/2006/main">
            <a:off x="1524000" y="26003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defRPr sz="2100" b="1">
                <a:solidFill>
                  <a:srgbClr val="17211F"/>
                </a:solidFill>
                <a:latin typeface="Segoe UI"/>
                <a:ea typeface="Segoe UI"/>
                <a:cs typeface="Segoe UI"/>
              </a:defRPr>
            </a:lvl1pPr>
            <a:lvl2pPr algn="l">
              <a:defRPr sz="2100" b="1">
                <a:solidFill>
                  <a:srgbClr val="17211F"/>
                </a:solidFill>
                <a:latin typeface="Segoe UI"/>
                <a:ea typeface="Segoe UI"/>
                <a:cs typeface="Segoe UI"/>
              </a:defRPr>
            </a:lvl2pPr>
            <a:lvl3pPr algn="l">
              <a:defRPr sz="2100" b="1">
                <a:solidFill>
                  <a:srgbClr val="17211F"/>
                </a:solidFill>
                <a:latin typeface="Segoe UI"/>
                <a:ea typeface="Segoe UI"/>
                <a:cs typeface="Segoe UI"/>
              </a:defRPr>
            </a:lvl3pPr>
            <a:lvl4pPr algn="l">
              <a:defRPr sz="2100" b="1">
                <a:solidFill>
                  <a:srgbClr val="17211F"/>
                </a:solidFill>
                <a:latin typeface="Segoe UI"/>
                <a:ea typeface="Segoe UI"/>
                <a:cs typeface="Segoe UI"/>
              </a:defRPr>
            </a:lvl4pPr>
            <a:lvl5pPr algn="l">
              <a:defRPr sz="2100" b="1">
                <a:solidFill>
                  <a:srgbClr val="17211F"/>
                </a:solidFill>
                <a:latin typeface="Segoe UI"/>
                <a:ea typeface="Segoe UI"/>
                <a:cs typeface="Segoe UI"/>
              </a:defRPr>
            </a:lvl5pPr>
            <a:lvl6pPr algn="l">
              <a:defRPr sz="2100" b="1">
                <a:solidFill>
                  <a:srgbClr val="17211F"/>
                </a:solidFill>
                <a:latin typeface="Segoe UI"/>
                <a:ea typeface="Segoe UI"/>
                <a:cs typeface="Segoe UI"/>
              </a:defRPr>
            </a:lvl6pPr>
            <a:lvl7pPr algn="l">
              <a:defRPr sz="2100" b="1">
                <a:solidFill>
                  <a:srgbClr val="17211F"/>
                </a:solidFill>
                <a:latin typeface="Segoe UI"/>
                <a:ea typeface="Segoe UI"/>
                <a:cs typeface="Segoe UI"/>
              </a:defRPr>
            </a:lvl7pPr>
            <a:lvl8pPr algn="l">
              <a:defRPr sz="2100" b="1">
                <a:solidFill>
                  <a:srgbClr val="17211F"/>
                </a:solidFill>
                <a:latin typeface="Segoe UI"/>
                <a:ea typeface="Segoe UI"/>
                <a:cs typeface="Segoe UI"/>
              </a:defRPr>
            </a:lvl8pPr>
            <a:lvl9pPr algn="l">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Tra cứu</a:t>
            </a:r>
          </a:p>
        </p:txBody>
      </p:sp>
      <p:sp>
        <p:nvSpPr>
          <p:cNvPr id="9" name="">
            <a:extLst xmlns:a="http://schemas.openxmlformats.org/drawingml/2006/main">
              <a:ext uri="{FF2B5EF4-FFF2-40B4-BE49-F238E27FC236}">
                <a16:creationId xmlns:a16="http://schemas.microsoft.com/office/drawing/2014/main" id="{9700D7FD-02C4-401C-B158-175195BD245A}"/>
              </a:ext>
            </a:extLst>
          </p:cNvPr>
          <p:cNvSpPr>
            <a:spLocks xmlns:a="http://schemas.openxmlformats.org/drawingml/2006/main" noGrp="1"/>
          </p:cNvSpPr>
          <p:nvPr/>
        </p:nvSpPr>
        <p:spPr>
          <a:xfrm xmlns:a="http://schemas.openxmlformats.org/drawingml/2006/main">
            <a:off x="3771900" y="2628900"/>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defRPr sz="1650" b="0">
                <a:solidFill>
                  <a:srgbClr val="526660"/>
                </a:solidFill>
                <a:latin typeface="Segoe UI"/>
                <a:ea typeface="Segoe UI"/>
                <a:cs typeface="Segoe UI"/>
              </a:defRPr>
            </a:lvl1pPr>
            <a:lvl2pPr algn="l">
              <a:defRPr sz="1650" b="0">
                <a:solidFill>
                  <a:srgbClr val="526660"/>
                </a:solidFill>
                <a:latin typeface="Segoe UI"/>
                <a:ea typeface="Segoe UI"/>
                <a:cs typeface="Segoe UI"/>
              </a:defRPr>
            </a:lvl2pPr>
            <a:lvl3pPr algn="l">
              <a:defRPr sz="1650" b="0">
                <a:solidFill>
                  <a:srgbClr val="526660"/>
                </a:solidFill>
                <a:latin typeface="Segoe UI"/>
                <a:ea typeface="Segoe UI"/>
                <a:cs typeface="Segoe UI"/>
              </a:defRPr>
            </a:lvl3pPr>
            <a:lvl4pPr algn="l">
              <a:defRPr sz="1650" b="0">
                <a:solidFill>
                  <a:srgbClr val="526660"/>
                </a:solidFill>
                <a:latin typeface="Segoe UI"/>
                <a:ea typeface="Segoe UI"/>
                <a:cs typeface="Segoe UI"/>
              </a:defRPr>
            </a:lvl4pPr>
            <a:lvl5pPr algn="l">
              <a:defRPr sz="1650" b="0">
                <a:solidFill>
                  <a:srgbClr val="526660"/>
                </a:solidFill>
                <a:latin typeface="Segoe UI"/>
                <a:ea typeface="Segoe UI"/>
                <a:cs typeface="Segoe UI"/>
              </a:defRPr>
            </a:lvl5pPr>
            <a:lvl6pPr algn="l">
              <a:defRPr sz="1650" b="0">
                <a:solidFill>
                  <a:srgbClr val="526660"/>
                </a:solidFill>
                <a:latin typeface="Segoe UI"/>
                <a:ea typeface="Segoe UI"/>
                <a:cs typeface="Segoe UI"/>
              </a:defRPr>
            </a:lvl6pPr>
            <a:lvl7pPr algn="l">
              <a:defRPr sz="1650" b="0">
                <a:solidFill>
                  <a:srgbClr val="526660"/>
                </a:solidFill>
                <a:latin typeface="Segoe UI"/>
                <a:ea typeface="Segoe UI"/>
                <a:cs typeface="Segoe UI"/>
              </a:defRPr>
            </a:lvl7pPr>
            <a:lvl8pPr algn="l">
              <a:defRPr sz="1650" b="0">
                <a:solidFill>
                  <a:srgbClr val="526660"/>
                </a:solidFill>
                <a:latin typeface="Segoe UI"/>
                <a:ea typeface="Segoe UI"/>
                <a:cs typeface="Segoe UI"/>
              </a:defRPr>
            </a:lvl8pPr>
            <a:lvl9pPr algn="l">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Tác phẩm, ấn bản và bản sách cần được phân biệt.</a:t>
            </a:r>
          </a:p>
        </p:txBody>
      </p:sp>
      <p:sp>
        <p:nvSpPr>
          <p:cNvPr id="10" name="">
            <a:extLst xmlns:a="http://schemas.openxmlformats.org/drawingml/2006/main">
              <a:ext uri="{FF2B5EF4-FFF2-40B4-BE49-F238E27FC236}">
                <a16:creationId xmlns:a16="http://schemas.microsoft.com/office/drawing/2014/main" id="{1BE76F62-D3CB-4A54-9BCC-A0B8D2A19DF1}"/>
              </a:ext>
            </a:extLst>
          </p:cNvPr>
          <p:cNvSpPr>
            <a:spLocks xmlns:a="http://schemas.openxmlformats.org/drawingml/2006/main" noGrp="1"/>
          </p:cNvSpPr>
          <p:nvPr/>
        </p:nvSpPr>
        <p:spPr>
          <a:xfrm xmlns:a="http://schemas.openxmlformats.org/drawingml/2006/main">
            <a:off x="1524000" y="3238500"/>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33988411-7821-40E7-BC72-FC3566BDD670}"/>
              </a:ext>
            </a:extLst>
          </p:cNvPr>
          <p:cNvSpPr>
            <a:spLocks xmlns:a="http://schemas.openxmlformats.org/drawingml/2006/main" noGrp="1"/>
          </p:cNvSpPr>
          <p:nvPr/>
        </p:nvSpPr>
        <p:spPr>
          <a:xfrm xmlns:a="http://schemas.openxmlformats.org/drawingml/2006/main">
            <a:off x="704850" y="34290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defRPr sz="2550" b="1">
                <a:solidFill>
                  <a:srgbClr val="0F766E"/>
                </a:solidFill>
                <a:latin typeface="Segoe UI"/>
                <a:ea typeface="Segoe UI"/>
                <a:cs typeface="Segoe UI"/>
              </a:defRPr>
            </a:lvl1pPr>
            <a:lvl2pPr algn="l">
              <a:defRPr sz="2550" b="1">
                <a:solidFill>
                  <a:srgbClr val="0F766E"/>
                </a:solidFill>
                <a:latin typeface="Segoe UI"/>
                <a:ea typeface="Segoe UI"/>
                <a:cs typeface="Segoe UI"/>
              </a:defRPr>
            </a:lvl2pPr>
            <a:lvl3pPr algn="l">
              <a:defRPr sz="2550" b="1">
                <a:solidFill>
                  <a:srgbClr val="0F766E"/>
                </a:solidFill>
                <a:latin typeface="Segoe UI"/>
                <a:ea typeface="Segoe UI"/>
                <a:cs typeface="Segoe UI"/>
              </a:defRPr>
            </a:lvl3pPr>
            <a:lvl4pPr algn="l">
              <a:defRPr sz="2550" b="1">
                <a:solidFill>
                  <a:srgbClr val="0F766E"/>
                </a:solidFill>
                <a:latin typeface="Segoe UI"/>
                <a:ea typeface="Segoe UI"/>
                <a:cs typeface="Segoe UI"/>
              </a:defRPr>
            </a:lvl4pPr>
            <a:lvl5pPr algn="l">
              <a:defRPr sz="2550" b="1">
                <a:solidFill>
                  <a:srgbClr val="0F766E"/>
                </a:solidFill>
                <a:latin typeface="Segoe UI"/>
                <a:ea typeface="Segoe UI"/>
                <a:cs typeface="Segoe UI"/>
              </a:defRPr>
            </a:lvl5pPr>
            <a:lvl6pPr algn="l">
              <a:defRPr sz="2550" b="1">
                <a:solidFill>
                  <a:srgbClr val="0F766E"/>
                </a:solidFill>
                <a:latin typeface="Segoe UI"/>
                <a:ea typeface="Segoe UI"/>
                <a:cs typeface="Segoe UI"/>
              </a:defRPr>
            </a:lvl6pPr>
            <a:lvl7pPr algn="l">
              <a:defRPr sz="2550" b="1">
                <a:solidFill>
                  <a:srgbClr val="0F766E"/>
                </a:solidFill>
                <a:latin typeface="Segoe UI"/>
                <a:ea typeface="Segoe UI"/>
                <a:cs typeface="Segoe UI"/>
              </a:defRPr>
            </a:lvl7pPr>
            <a:lvl8pPr algn="l">
              <a:defRPr sz="2550" b="1">
                <a:solidFill>
                  <a:srgbClr val="0F766E"/>
                </a:solidFill>
                <a:latin typeface="Segoe UI"/>
                <a:ea typeface="Segoe UI"/>
                <a:cs typeface="Segoe UI"/>
              </a:defRPr>
            </a:lvl8pPr>
            <a:lvl9pPr algn="l">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02</a:t>
            </a:r>
          </a:p>
        </p:txBody>
      </p:sp>
      <p:sp>
        <p:nvSpPr>
          <p:cNvPr id="12" name="">
            <a:extLst xmlns:a="http://schemas.openxmlformats.org/drawingml/2006/main">
              <a:ext uri="{FF2B5EF4-FFF2-40B4-BE49-F238E27FC236}">
                <a16:creationId xmlns:a16="http://schemas.microsoft.com/office/drawing/2014/main" id="{1105709B-473D-4E80-8ACB-347524A34BCD}"/>
              </a:ext>
            </a:extLst>
          </p:cNvPr>
          <p:cNvSpPr>
            <a:spLocks xmlns:a="http://schemas.openxmlformats.org/drawingml/2006/main" noGrp="1"/>
          </p:cNvSpPr>
          <p:nvPr/>
        </p:nvSpPr>
        <p:spPr>
          <a:xfrm xmlns:a="http://schemas.openxmlformats.org/drawingml/2006/main">
            <a:off x="1524000" y="34290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defRPr sz="2100" b="1">
                <a:solidFill>
                  <a:srgbClr val="17211F"/>
                </a:solidFill>
                <a:latin typeface="Segoe UI"/>
                <a:ea typeface="Segoe UI"/>
                <a:cs typeface="Segoe UI"/>
              </a:defRPr>
            </a:lvl1pPr>
            <a:lvl2pPr algn="l">
              <a:defRPr sz="2100" b="1">
                <a:solidFill>
                  <a:srgbClr val="17211F"/>
                </a:solidFill>
                <a:latin typeface="Segoe UI"/>
                <a:ea typeface="Segoe UI"/>
                <a:cs typeface="Segoe UI"/>
              </a:defRPr>
            </a:lvl2pPr>
            <a:lvl3pPr algn="l">
              <a:defRPr sz="2100" b="1">
                <a:solidFill>
                  <a:srgbClr val="17211F"/>
                </a:solidFill>
                <a:latin typeface="Segoe UI"/>
                <a:ea typeface="Segoe UI"/>
                <a:cs typeface="Segoe UI"/>
              </a:defRPr>
            </a:lvl3pPr>
            <a:lvl4pPr algn="l">
              <a:defRPr sz="2100" b="1">
                <a:solidFill>
                  <a:srgbClr val="17211F"/>
                </a:solidFill>
                <a:latin typeface="Segoe UI"/>
                <a:ea typeface="Segoe UI"/>
                <a:cs typeface="Segoe UI"/>
              </a:defRPr>
            </a:lvl4pPr>
            <a:lvl5pPr algn="l">
              <a:defRPr sz="2100" b="1">
                <a:solidFill>
                  <a:srgbClr val="17211F"/>
                </a:solidFill>
                <a:latin typeface="Segoe UI"/>
                <a:ea typeface="Segoe UI"/>
                <a:cs typeface="Segoe UI"/>
              </a:defRPr>
            </a:lvl5pPr>
            <a:lvl6pPr algn="l">
              <a:defRPr sz="2100" b="1">
                <a:solidFill>
                  <a:srgbClr val="17211F"/>
                </a:solidFill>
                <a:latin typeface="Segoe UI"/>
                <a:ea typeface="Segoe UI"/>
                <a:cs typeface="Segoe UI"/>
              </a:defRPr>
            </a:lvl6pPr>
            <a:lvl7pPr algn="l">
              <a:defRPr sz="2100" b="1">
                <a:solidFill>
                  <a:srgbClr val="17211F"/>
                </a:solidFill>
                <a:latin typeface="Segoe UI"/>
                <a:ea typeface="Segoe UI"/>
                <a:cs typeface="Segoe UI"/>
              </a:defRPr>
            </a:lvl7pPr>
            <a:lvl8pPr algn="l">
              <a:defRPr sz="2100" b="1">
                <a:solidFill>
                  <a:srgbClr val="17211F"/>
                </a:solidFill>
                <a:latin typeface="Segoe UI"/>
                <a:ea typeface="Segoe UI"/>
                <a:cs typeface="Segoe UI"/>
              </a:defRPr>
            </a:lvl8pPr>
            <a:lvl9pPr algn="l">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Lưu thông</a:t>
            </a:r>
          </a:p>
        </p:txBody>
      </p:sp>
      <p:sp>
        <p:nvSpPr>
          <p:cNvPr id="13" name="">
            <a:extLst xmlns:a="http://schemas.openxmlformats.org/drawingml/2006/main">
              <a:ext uri="{FF2B5EF4-FFF2-40B4-BE49-F238E27FC236}">
                <a16:creationId xmlns:a16="http://schemas.microsoft.com/office/drawing/2014/main" id="{91B099CF-0F95-4261-9304-B757CCC7CC37}"/>
              </a:ext>
            </a:extLst>
          </p:cNvPr>
          <p:cNvSpPr>
            <a:spLocks xmlns:a="http://schemas.openxmlformats.org/drawingml/2006/main" noGrp="1"/>
          </p:cNvSpPr>
          <p:nvPr/>
        </p:nvSpPr>
        <p:spPr>
          <a:xfrm xmlns:a="http://schemas.openxmlformats.org/drawingml/2006/main">
            <a:off x="3771900" y="3457575"/>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defRPr sz="1650" b="0">
                <a:solidFill>
                  <a:srgbClr val="526660"/>
                </a:solidFill>
                <a:latin typeface="Segoe UI"/>
                <a:ea typeface="Segoe UI"/>
                <a:cs typeface="Segoe UI"/>
              </a:defRPr>
            </a:lvl1pPr>
            <a:lvl2pPr algn="l">
              <a:defRPr sz="1650" b="0">
                <a:solidFill>
                  <a:srgbClr val="526660"/>
                </a:solidFill>
                <a:latin typeface="Segoe UI"/>
                <a:ea typeface="Segoe UI"/>
                <a:cs typeface="Segoe UI"/>
              </a:defRPr>
            </a:lvl2pPr>
            <a:lvl3pPr algn="l">
              <a:defRPr sz="1650" b="0">
                <a:solidFill>
                  <a:srgbClr val="526660"/>
                </a:solidFill>
                <a:latin typeface="Segoe UI"/>
                <a:ea typeface="Segoe UI"/>
                <a:cs typeface="Segoe UI"/>
              </a:defRPr>
            </a:lvl3pPr>
            <a:lvl4pPr algn="l">
              <a:defRPr sz="1650" b="0">
                <a:solidFill>
                  <a:srgbClr val="526660"/>
                </a:solidFill>
                <a:latin typeface="Segoe UI"/>
                <a:ea typeface="Segoe UI"/>
                <a:cs typeface="Segoe UI"/>
              </a:defRPr>
            </a:lvl4pPr>
            <a:lvl5pPr algn="l">
              <a:defRPr sz="1650" b="0">
                <a:solidFill>
                  <a:srgbClr val="526660"/>
                </a:solidFill>
                <a:latin typeface="Segoe UI"/>
                <a:ea typeface="Segoe UI"/>
                <a:cs typeface="Segoe UI"/>
              </a:defRPr>
            </a:lvl5pPr>
            <a:lvl6pPr algn="l">
              <a:defRPr sz="1650" b="0">
                <a:solidFill>
                  <a:srgbClr val="526660"/>
                </a:solidFill>
                <a:latin typeface="Segoe UI"/>
                <a:ea typeface="Segoe UI"/>
                <a:cs typeface="Segoe UI"/>
              </a:defRPr>
            </a:lvl6pPr>
            <a:lvl7pPr algn="l">
              <a:defRPr sz="1650" b="0">
                <a:solidFill>
                  <a:srgbClr val="526660"/>
                </a:solidFill>
                <a:latin typeface="Segoe UI"/>
                <a:ea typeface="Segoe UI"/>
                <a:cs typeface="Segoe UI"/>
              </a:defRPr>
            </a:lvl7pPr>
            <a:lvl8pPr algn="l">
              <a:defRPr sz="1650" b="0">
                <a:solidFill>
                  <a:srgbClr val="526660"/>
                </a:solidFill>
                <a:latin typeface="Segoe UI"/>
                <a:ea typeface="Segoe UI"/>
                <a:cs typeface="Segoe UI"/>
              </a:defRPr>
            </a:lvl8pPr>
            <a:lvl9pPr algn="l">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Mượn, trả và giữ chỗ phải bám đúng trạng thái bản sách.</a:t>
            </a:r>
          </a:p>
        </p:txBody>
      </p:sp>
      <p:sp>
        <p:nvSpPr>
          <p:cNvPr id="14" name="">
            <a:extLst xmlns:a="http://schemas.openxmlformats.org/drawingml/2006/main">
              <a:ext uri="{FF2B5EF4-FFF2-40B4-BE49-F238E27FC236}">
                <a16:creationId xmlns:a16="http://schemas.microsoft.com/office/drawing/2014/main" id="{96616E7F-F40F-4EEF-B927-43F53A92D131}"/>
              </a:ext>
            </a:extLst>
          </p:cNvPr>
          <p:cNvSpPr>
            <a:spLocks xmlns:a="http://schemas.openxmlformats.org/drawingml/2006/main" noGrp="1"/>
          </p:cNvSpPr>
          <p:nvPr/>
        </p:nvSpPr>
        <p:spPr>
          <a:xfrm xmlns:a="http://schemas.openxmlformats.org/drawingml/2006/main">
            <a:off x="1524000" y="4067175"/>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5" name="">
            <a:extLst xmlns:a="http://schemas.openxmlformats.org/drawingml/2006/main">
              <a:ext uri="{FF2B5EF4-FFF2-40B4-BE49-F238E27FC236}">
                <a16:creationId xmlns:a16="http://schemas.microsoft.com/office/drawing/2014/main" id="{2F451C38-5D26-4A07-929D-B93985BE5717}"/>
              </a:ext>
            </a:extLst>
          </p:cNvPr>
          <p:cNvSpPr>
            <a:spLocks xmlns:a="http://schemas.openxmlformats.org/drawingml/2006/main" noGrp="1"/>
          </p:cNvSpPr>
          <p:nvPr/>
        </p:nvSpPr>
        <p:spPr>
          <a:xfrm xmlns:a="http://schemas.openxmlformats.org/drawingml/2006/main">
            <a:off x="704850" y="4257675"/>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defRPr sz="2550" b="1">
                <a:solidFill>
                  <a:srgbClr val="0F766E"/>
                </a:solidFill>
                <a:latin typeface="Segoe UI"/>
                <a:ea typeface="Segoe UI"/>
                <a:cs typeface="Segoe UI"/>
              </a:defRPr>
            </a:lvl1pPr>
            <a:lvl2pPr algn="l">
              <a:defRPr sz="2550" b="1">
                <a:solidFill>
                  <a:srgbClr val="0F766E"/>
                </a:solidFill>
                <a:latin typeface="Segoe UI"/>
                <a:ea typeface="Segoe UI"/>
                <a:cs typeface="Segoe UI"/>
              </a:defRPr>
            </a:lvl2pPr>
            <a:lvl3pPr algn="l">
              <a:defRPr sz="2550" b="1">
                <a:solidFill>
                  <a:srgbClr val="0F766E"/>
                </a:solidFill>
                <a:latin typeface="Segoe UI"/>
                <a:ea typeface="Segoe UI"/>
                <a:cs typeface="Segoe UI"/>
              </a:defRPr>
            </a:lvl3pPr>
            <a:lvl4pPr algn="l">
              <a:defRPr sz="2550" b="1">
                <a:solidFill>
                  <a:srgbClr val="0F766E"/>
                </a:solidFill>
                <a:latin typeface="Segoe UI"/>
                <a:ea typeface="Segoe UI"/>
                <a:cs typeface="Segoe UI"/>
              </a:defRPr>
            </a:lvl4pPr>
            <a:lvl5pPr algn="l">
              <a:defRPr sz="2550" b="1">
                <a:solidFill>
                  <a:srgbClr val="0F766E"/>
                </a:solidFill>
                <a:latin typeface="Segoe UI"/>
                <a:ea typeface="Segoe UI"/>
                <a:cs typeface="Segoe UI"/>
              </a:defRPr>
            </a:lvl5pPr>
            <a:lvl6pPr algn="l">
              <a:defRPr sz="2550" b="1">
                <a:solidFill>
                  <a:srgbClr val="0F766E"/>
                </a:solidFill>
                <a:latin typeface="Segoe UI"/>
                <a:ea typeface="Segoe UI"/>
                <a:cs typeface="Segoe UI"/>
              </a:defRPr>
            </a:lvl6pPr>
            <a:lvl7pPr algn="l">
              <a:defRPr sz="2550" b="1">
                <a:solidFill>
                  <a:srgbClr val="0F766E"/>
                </a:solidFill>
                <a:latin typeface="Segoe UI"/>
                <a:ea typeface="Segoe UI"/>
                <a:cs typeface="Segoe UI"/>
              </a:defRPr>
            </a:lvl7pPr>
            <a:lvl8pPr algn="l">
              <a:defRPr sz="2550" b="1">
                <a:solidFill>
                  <a:srgbClr val="0F766E"/>
                </a:solidFill>
                <a:latin typeface="Segoe UI"/>
                <a:ea typeface="Segoe UI"/>
                <a:cs typeface="Segoe UI"/>
              </a:defRPr>
            </a:lvl8pPr>
            <a:lvl9pPr algn="l">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03</a:t>
            </a:r>
          </a:p>
        </p:txBody>
      </p:sp>
      <p:sp>
        <p:nvSpPr>
          <p:cNvPr id="16" name="">
            <a:extLst xmlns:a="http://schemas.openxmlformats.org/drawingml/2006/main">
              <a:ext uri="{FF2B5EF4-FFF2-40B4-BE49-F238E27FC236}">
                <a16:creationId xmlns:a16="http://schemas.microsoft.com/office/drawing/2014/main" id="{03D31A48-4F1B-45BB-A1DC-A2699226C98E}"/>
              </a:ext>
            </a:extLst>
          </p:cNvPr>
          <p:cNvSpPr>
            <a:spLocks xmlns:a="http://schemas.openxmlformats.org/drawingml/2006/main" noGrp="1"/>
          </p:cNvSpPr>
          <p:nvPr/>
        </p:nvSpPr>
        <p:spPr>
          <a:xfrm xmlns:a="http://schemas.openxmlformats.org/drawingml/2006/main">
            <a:off x="1524000" y="42576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defRPr sz="2100" b="1">
                <a:solidFill>
                  <a:srgbClr val="17211F"/>
                </a:solidFill>
                <a:latin typeface="Segoe UI"/>
                <a:ea typeface="Segoe UI"/>
                <a:cs typeface="Segoe UI"/>
              </a:defRPr>
            </a:lvl1pPr>
            <a:lvl2pPr algn="l">
              <a:defRPr sz="2100" b="1">
                <a:solidFill>
                  <a:srgbClr val="17211F"/>
                </a:solidFill>
                <a:latin typeface="Segoe UI"/>
                <a:ea typeface="Segoe UI"/>
                <a:cs typeface="Segoe UI"/>
              </a:defRPr>
            </a:lvl2pPr>
            <a:lvl3pPr algn="l">
              <a:defRPr sz="2100" b="1">
                <a:solidFill>
                  <a:srgbClr val="17211F"/>
                </a:solidFill>
                <a:latin typeface="Segoe UI"/>
                <a:ea typeface="Segoe UI"/>
                <a:cs typeface="Segoe UI"/>
              </a:defRPr>
            </a:lvl3pPr>
            <a:lvl4pPr algn="l">
              <a:defRPr sz="2100" b="1">
                <a:solidFill>
                  <a:srgbClr val="17211F"/>
                </a:solidFill>
                <a:latin typeface="Segoe UI"/>
                <a:ea typeface="Segoe UI"/>
                <a:cs typeface="Segoe UI"/>
              </a:defRPr>
            </a:lvl4pPr>
            <a:lvl5pPr algn="l">
              <a:defRPr sz="2100" b="1">
                <a:solidFill>
                  <a:srgbClr val="17211F"/>
                </a:solidFill>
                <a:latin typeface="Segoe UI"/>
                <a:ea typeface="Segoe UI"/>
                <a:cs typeface="Segoe UI"/>
              </a:defRPr>
            </a:lvl5pPr>
            <a:lvl6pPr algn="l">
              <a:defRPr sz="2100" b="1">
                <a:solidFill>
                  <a:srgbClr val="17211F"/>
                </a:solidFill>
                <a:latin typeface="Segoe UI"/>
                <a:ea typeface="Segoe UI"/>
                <a:cs typeface="Segoe UI"/>
              </a:defRPr>
            </a:lvl6pPr>
            <a:lvl7pPr algn="l">
              <a:defRPr sz="2100" b="1">
                <a:solidFill>
                  <a:srgbClr val="17211F"/>
                </a:solidFill>
                <a:latin typeface="Segoe UI"/>
                <a:ea typeface="Segoe UI"/>
                <a:cs typeface="Segoe UI"/>
              </a:defRPr>
            </a:lvl7pPr>
            <a:lvl8pPr algn="l">
              <a:defRPr sz="2100" b="1">
                <a:solidFill>
                  <a:srgbClr val="17211F"/>
                </a:solidFill>
                <a:latin typeface="Segoe UI"/>
                <a:ea typeface="Segoe UI"/>
                <a:cs typeface="Segoe UI"/>
              </a:defRPr>
            </a:lvl8pPr>
            <a:lvl9pPr algn="l">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Kiểm kê</a:t>
            </a:r>
          </a:p>
        </p:txBody>
      </p:sp>
      <p:sp>
        <p:nvSpPr>
          <p:cNvPr id="17" name="">
            <a:extLst xmlns:a="http://schemas.openxmlformats.org/drawingml/2006/main">
              <a:ext uri="{FF2B5EF4-FFF2-40B4-BE49-F238E27FC236}">
                <a16:creationId xmlns:a16="http://schemas.microsoft.com/office/drawing/2014/main" id="{7530045B-4D25-4B7E-9391-76382F930F98}"/>
              </a:ext>
            </a:extLst>
          </p:cNvPr>
          <p:cNvSpPr>
            <a:spLocks xmlns:a="http://schemas.openxmlformats.org/drawingml/2006/main" noGrp="1"/>
          </p:cNvSpPr>
          <p:nvPr/>
        </p:nvSpPr>
        <p:spPr>
          <a:xfrm xmlns:a="http://schemas.openxmlformats.org/drawingml/2006/main">
            <a:off x="3771900" y="4286250"/>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defRPr sz="1650" b="0">
                <a:solidFill>
                  <a:srgbClr val="526660"/>
                </a:solidFill>
                <a:latin typeface="Segoe UI"/>
                <a:ea typeface="Segoe UI"/>
                <a:cs typeface="Segoe UI"/>
              </a:defRPr>
            </a:lvl1pPr>
            <a:lvl2pPr algn="l">
              <a:defRPr sz="1650" b="0">
                <a:solidFill>
                  <a:srgbClr val="526660"/>
                </a:solidFill>
                <a:latin typeface="Segoe UI"/>
                <a:ea typeface="Segoe UI"/>
                <a:cs typeface="Segoe UI"/>
              </a:defRPr>
            </a:lvl2pPr>
            <a:lvl3pPr algn="l">
              <a:defRPr sz="1650" b="0">
                <a:solidFill>
                  <a:srgbClr val="526660"/>
                </a:solidFill>
                <a:latin typeface="Segoe UI"/>
                <a:ea typeface="Segoe UI"/>
                <a:cs typeface="Segoe UI"/>
              </a:defRPr>
            </a:lvl3pPr>
            <a:lvl4pPr algn="l">
              <a:defRPr sz="1650" b="0">
                <a:solidFill>
                  <a:srgbClr val="526660"/>
                </a:solidFill>
                <a:latin typeface="Segoe UI"/>
                <a:ea typeface="Segoe UI"/>
                <a:cs typeface="Segoe UI"/>
              </a:defRPr>
            </a:lvl4pPr>
            <a:lvl5pPr algn="l">
              <a:defRPr sz="1650" b="0">
                <a:solidFill>
                  <a:srgbClr val="526660"/>
                </a:solidFill>
                <a:latin typeface="Segoe UI"/>
                <a:ea typeface="Segoe UI"/>
                <a:cs typeface="Segoe UI"/>
              </a:defRPr>
            </a:lvl5pPr>
            <a:lvl6pPr algn="l">
              <a:defRPr sz="1650" b="0">
                <a:solidFill>
                  <a:srgbClr val="526660"/>
                </a:solidFill>
                <a:latin typeface="Segoe UI"/>
                <a:ea typeface="Segoe UI"/>
                <a:cs typeface="Segoe UI"/>
              </a:defRPr>
            </a:lvl6pPr>
            <a:lvl7pPr algn="l">
              <a:defRPr sz="1650" b="0">
                <a:solidFill>
                  <a:srgbClr val="526660"/>
                </a:solidFill>
                <a:latin typeface="Segoe UI"/>
                <a:ea typeface="Segoe UI"/>
                <a:cs typeface="Segoe UI"/>
              </a:defRPr>
            </a:lvl7pPr>
            <a:lvl8pPr algn="l">
              <a:defRPr sz="1650" b="0">
                <a:solidFill>
                  <a:srgbClr val="526660"/>
                </a:solidFill>
                <a:latin typeface="Segoe UI"/>
                <a:ea typeface="Segoe UI"/>
                <a:cs typeface="Segoe UI"/>
              </a:defRPr>
            </a:lvl8pPr>
            <a:lvl9pPr algn="l">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Quét mã vạch cần đối chiếu với snapshot đã lưu.</a:t>
            </a:r>
          </a:p>
        </p:txBody>
      </p:sp>
      <p:sp>
        <p:nvSpPr>
          <p:cNvPr id="18" name="">
            <a:extLst xmlns:a="http://schemas.openxmlformats.org/drawingml/2006/main">
              <a:ext uri="{FF2B5EF4-FFF2-40B4-BE49-F238E27FC236}">
                <a16:creationId xmlns:a16="http://schemas.microsoft.com/office/drawing/2014/main" id="{43D562E7-F5E2-496E-8039-56BF6BAD6C31}"/>
              </a:ext>
            </a:extLst>
          </p:cNvPr>
          <p:cNvSpPr>
            <a:spLocks xmlns:a="http://schemas.openxmlformats.org/drawingml/2006/main" noGrp="1"/>
          </p:cNvSpPr>
          <p:nvPr/>
        </p:nvSpPr>
        <p:spPr>
          <a:xfrm xmlns:a="http://schemas.openxmlformats.org/drawingml/2006/main">
            <a:off x="1524000" y="4895850"/>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9" name="">
            <a:extLst xmlns:a="http://schemas.openxmlformats.org/drawingml/2006/main">
              <a:ext uri="{FF2B5EF4-FFF2-40B4-BE49-F238E27FC236}">
                <a16:creationId xmlns:a16="http://schemas.microsoft.com/office/drawing/2014/main" id="{E967DC4D-1294-4454-8B64-A1EC16BF8EEF}"/>
              </a:ext>
            </a:extLst>
          </p:cNvPr>
          <p:cNvSpPr>
            <a:spLocks xmlns:a="http://schemas.openxmlformats.org/drawingml/2006/main" noGrp="1"/>
          </p:cNvSpPr>
          <p:nvPr/>
        </p:nvSpPr>
        <p:spPr>
          <a:xfrm xmlns:a="http://schemas.openxmlformats.org/drawingml/2006/main">
            <a:off x="704850" y="50863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defRPr sz="2550" b="1">
                <a:solidFill>
                  <a:srgbClr val="0F766E"/>
                </a:solidFill>
                <a:latin typeface="Segoe UI"/>
                <a:ea typeface="Segoe UI"/>
                <a:cs typeface="Segoe UI"/>
              </a:defRPr>
            </a:lvl1pPr>
            <a:lvl2pPr algn="l">
              <a:defRPr sz="2550" b="1">
                <a:solidFill>
                  <a:srgbClr val="0F766E"/>
                </a:solidFill>
                <a:latin typeface="Segoe UI"/>
                <a:ea typeface="Segoe UI"/>
                <a:cs typeface="Segoe UI"/>
              </a:defRPr>
            </a:lvl2pPr>
            <a:lvl3pPr algn="l">
              <a:defRPr sz="2550" b="1">
                <a:solidFill>
                  <a:srgbClr val="0F766E"/>
                </a:solidFill>
                <a:latin typeface="Segoe UI"/>
                <a:ea typeface="Segoe UI"/>
                <a:cs typeface="Segoe UI"/>
              </a:defRPr>
            </a:lvl3pPr>
            <a:lvl4pPr algn="l">
              <a:defRPr sz="2550" b="1">
                <a:solidFill>
                  <a:srgbClr val="0F766E"/>
                </a:solidFill>
                <a:latin typeface="Segoe UI"/>
                <a:ea typeface="Segoe UI"/>
                <a:cs typeface="Segoe UI"/>
              </a:defRPr>
            </a:lvl4pPr>
            <a:lvl5pPr algn="l">
              <a:defRPr sz="2550" b="1">
                <a:solidFill>
                  <a:srgbClr val="0F766E"/>
                </a:solidFill>
                <a:latin typeface="Segoe UI"/>
                <a:ea typeface="Segoe UI"/>
                <a:cs typeface="Segoe UI"/>
              </a:defRPr>
            </a:lvl5pPr>
            <a:lvl6pPr algn="l">
              <a:defRPr sz="2550" b="1">
                <a:solidFill>
                  <a:srgbClr val="0F766E"/>
                </a:solidFill>
                <a:latin typeface="Segoe UI"/>
                <a:ea typeface="Segoe UI"/>
                <a:cs typeface="Segoe UI"/>
              </a:defRPr>
            </a:lvl6pPr>
            <a:lvl7pPr algn="l">
              <a:defRPr sz="2550" b="1">
                <a:solidFill>
                  <a:srgbClr val="0F766E"/>
                </a:solidFill>
                <a:latin typeface="Segoe UI"/>
                <a:ea typeface="Segoe UI"/>
                <a:cs typeface="Segoe UI"/>
              </a:defRPr>
            </a:lvl7pPr>
            <a:lvl8pPr algn="l">
              <a:defRPr sz="2550" b="1">
                <a:solidFill>
                  <a:srgbClr val="0F766E"/>
                </a:solidFill>
                <a:latin typeface="Segoe UI"/>
                <a:ea typeface="Segoe UI"/>
                <a:cs typeface="Segoe UI"/>
              </a:defRPr>
            </a:lvl8pPr>
            <a:lvl9pPr algn="l">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04</a:t>
            </a:r>
          </a:p>
        </p:txBody>
      </p:sp>
      <p:sp>
        <p:nvSpPr>
          <p:cNvPr id="20" name="">
            <a:extLst xmlns:a="http://schemas.openxmlformats.org/drawingml/2006/main">
              <a:ext uri="{FF2B5EF4-FFF2-40B4-BE49-F238E27FC236}">
                <a16:creationId xmlns:a16="http://schemas.microsoft.com/office/drawing/2014/main" id="{2780313E-230C-4600-9085-625824BDC428}"/>
              </a:ext>
            </a:extLst>
          </p:cNvPr>
          <p:cNvSpPr>
            <a:spLocks xmlns:a="http://schemas.openxmlformats.org/drawingml/2006/main" noGrp="1"/>
          </p:cNvSpPr>
          <p:nvPr/>
        </p:nvSpPr>
        <p:spPr>
          <a:xfrm xmlns:a="http://schemas.openxmlformats.org/drawingml/2006/main">
            <a:off x="1524000" y="50863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defRPr sz="2100" b="1">
                <a:solidFill>
                  <a:srgbClr val="17211F"/>
                </a:solidFill>
                <a:latin typeface="Segoe UI"/>
                <a:ea typeface="Segoe UI"/>
                <a:cs typeface="Segoe UI"/>
              </a:defRPr>
            </a:lvl1pPr>
            <a:lvl2pPr algn="l">
              <a:defRPr sz="2100" b="1">
                <a:solidFill>
                  <a:srgbClr val="17211F"/>
                </a:solidFill>
                <a:latin typeface="Segoe UI"/>
                <a:ea typeface="Segoe UI"/>
                <a:cs typeface="Segoe UI"/>
              </a:defRPr>
            </a:lvl2pPr>
            <a:lvl3pPr algn="l">
              <a:defRPr sz="2100" b="1">
                <a:solidFill>
                  <a:srgbClr val="17211F"/>
                </a:solidFill>
                <a:latin typeface="Segoe UI"/>
                <a:ea typeface="Segoe UI"/>
                <a:cs typeface="Segoe UI"/>
              </a:defRPr>
            </a:lvl3pPr>
            <a:lvl4pPr algn="l">
              <a:defRPr sz="2100" b="1">
                <a:solidFill>
                  <a:srgbClr val="17211F"/>
                </a:solidFill>
                <a:latin typeface="Segoe UI"/>
                <a:ea typeface="Segoe UI"/>
                <a:cs typeface="Segoe UI"/>
              </a:defRPr>
            </a:lvl4pPr>
            <a:lvl5pPr algn="l">
              <a:defRPr sz="2100" b="1">
                <a:solidFill>
                  <a:srgbClr val="17211F"/>
                </a:solidFill>
                <a:latin typeface="Segoe UI"/>
                <a:ea typeface="Segoe UI"/>
                <a:cs typeface="Segoe UI"/>
              </a:defRPr>
            </a:lvl5pPr>
            <a:lvl6pPr algn="l">
              <a:defRPr sz="2100" b="1">
                <a:solidFill>
                  <a:srgbClr val="17211F"/>
                </a:solidFill>
                <a:latin typeface="Segoe UI"/>
                <a:ea typeface="Segoe UI"/>
                <a:cs typeface="Segoe UI"/>
              </a:defRPr>
            </a:lvl6pPr>
            <a:lvl7pPr algn="l">
              <a:defRPr sz="2100" b="1">
                <a:solidFill>
                  <a:srgbClr val="17211F"/>
                </a:solidFill>
                <a:latin typeface="Segoe UI"/>
                <a:ea typeface="Segoe UI"/>
                <a:cs typeface="Segoe UI"/>
              </a:defRPr>
            </a:lvl7pPr>
            <a:lvl8pPr algn="l">
              <a:defRPr sz="2100" b="1">
                <a:solidFill>
                  <a:srgbClr val="17211F"/>
                </a:solidFill>
                <a:latin typeface="Segoe UI"/>
                <a:ea typeface="Segoe UI"/>
                <a:cs typeface="Segoe UI"/>
              </a:defRPr>
            </a:lvl8pPr>
            <a:lvl9pPr algn="l">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Bổ sung</a:t>
            </a:r>
          </a:p>
        </p:txBody>
      </p:sp>
      <p:sp>
        <p:nvSpPr>
          <p:cNvPr id="21" name="">
            <a:extLst xmlns:a="http://schemas.openxmlformats.org/drawingml/2006/main">
              <a:ext uri="{FF2B5EF4-FFF2-40B4-BE49-F238E27FC236}">
                <a16:creationId xmlns:a16="http://schemas.microsoft.com/office/drawing/2014/main" id="{A05A08A8-1AF0-42AE-AF14-9EC8A41F36E3}"/>
              </a:ext>
            </a:extLst>
          </p:cNvPr>
          <p:cNvSpPr>
            <a:spLocks xmlns:a="http://schemas.openxmlformats.org/drawingml/2006/main" noGrp="1"/>
          </p:cNvSpPr>
          <p:nvPr/>
        </p:nvSpPr>
        <p:spPr>
          <a:xfrm xmlns:a="http://schemas.openxmlformats.org/drawingml/2006/main">
            <a:off x="3771900" y="5114925"/>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defRPr sz="1650" b="0">
                <a:solidFill>
                  <a:srgbClr val="526660"/>
                </a:solidFill>
                <a:latin typeface="Segoe UI"/>
                <a:ea typeface="Segoe UI"/>
                <a:cs typeface="Segoe UI"/>
              </a:defRPr>
            </a:lvl1pPr>
            <a:lvl2pPr algn="l">
              <a:defRPr sz="1650" b="0">
                <a:solidFill>
                  <a:srgbClr val="526660"/>
                </a:solidFill>
                <a:latin typeface="Segoe UI"/>
                <a:ea typeface="Segoe UI"/>
                <a:cs typeface="Segoe UI"/>
              </a:defRPr>
            </a:lvl2pPr>
            <a:lvl3pPr algn="l">
              <a:defRPr sz="1650" b="0">
                <a:solidFill>
                  <a:srgbClr val="526660"/>
                </a:solidFill>
                <a:latin typeface="Segoe UI"/>
                <a:ea typeface="Segoe UI"/>
                <a:cs typeface="Segoe UI"/>
              </a:defRPr>
            </a:lvl3pPr>
            <a:lvl4pPr algn="l">
              <a:defRPr sz="1650" b="0">
                <a:solidFill>
                  <a:srgbClr val="526660"/>
                </a:solidFill>
                <a:latin typeface="Segoe UI"/>
                <a:ea typeface="Segoe UI"/>
                <a:cs typeface="Segoe UI"/>
              </a:defRPr>
            </a:lvl4pPr>
            <a:lvl5pPr algn="l">
              <a:defRPr sz="1650" b="0">
                <a:solidFill>
                  <a:srgbClr val="526660"/>
                </a:solidFill>
                <a:latin typeface="Segoe UI"/>
                <a:ea typeface="Segoe UI"/>
                <a:cs typeface="Segoe UI"/>
              </a:defRPr>
            </a:lvl5pPr>
            <a:lvl6pPr algn="l">
              <a:defRPr sz="1650" b="0">
                <a:solidFill>
                  <a:srgbClr val="526660"/>
                </a:solidFill>
                <a:latin typeface="Segoe UI"/>
                <a:ea typeface="Segoe UI"/>
                <a:cs typeface="Segoe UI"/>
              </a:defRPr>
            </a:lvl6pPr>
            <a:lvl7pPr algn="l">
              <a:defRPr sz="1650" b="0">
                <a:solidFill>
                  <a:srgbClr val="526660"/>
                </a:solidFill>
                <a:latin typeface="Segoe UI"/>
                <a:ea typeface="Segoe UI"/>
                <a:cs typeface="Segoe UI"/>
              </a:defRPr>
            </a:lvl7pPr>
            <a:lvl8pPr algn="l">
              <a:defRPr sz="1650" b="0">
                <a:solidFill>
                  <a:srgbClr val="526660"/>
                </a:solidFill>
                <a:latin typeface="Segoe UI"/>
                <a:ea typeface="Segoe UI"/>
                <a:cs typeface="Segoe UI"/>
              </a:defRPr>
            </a:lvl8pPr>
            <a:lvl9pPr algn="l">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Quyết định mua thêm cần số liệu và lý do rõ ràng.</a:t>
            </a:r>
          </a:p>
        </p:txBody>
      </p:sp>
    </p:spTree>
    <p:extLst>
      <p:ext uri="{BB962C8B-B14F-4D97-AF65-F5344CB8AC3E}">
        <p14:creationId xmlns:p14="http://schemas.microsoft.com/office/powerpoint/2010/main" val="792659985"/>
      </p:ext>
    </p:extLst>
  </p:cSld>
</p:sld>
</file>

<file path=ppt/slides/slide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DB1F8C1-E6E3-4BD9-B3E5-6C9B4332C245}"/>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MỤC TIÊU</a:t>
            </a:r>
          </a:p>
        </p:txBody>
      </p:sp>
      <p:sp>
        <p:nvSpPr>
          <p:cNvPr id="2" name="">
            <a:extLst xmlns:a="http://schemas.openxmlformats.org/drawingml/2006/main">
              <a:ext uri="{FF2B5EF4-FFF2-40B4-BE49-F238E27FC236}">
                <a16:creationId xmlns:a16="http://schemas.microsoft.com/office/drawing/2014/main" id="{C1448AC4-9EBB-485A-A418-40A542EB6812}"/>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Ba vai trò, một nguồn dữ liệu sách</a:t>
            </a:r>
          </a:p>
        </p:txBody>
      </p:sp>
      <p:sp>
        <p:nvSpPr>
          <p:cNvPr id="3" name="">
            <a:extLst xmlns:a="http://schemas.openxmlformats.org/drawingml/2006/main">
              <a:ext uri="{FF2B5EF4-FFF2-40B4-BE49-F238E27FC236}">
                <a16:creationId xmlns:a16="http://schemas.microsoft.com/office/drawing/2014/main" id="{430974EF-E52F-492E-BC7C-B5F239B5ADB0}"/>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F457435B-7EC8-4F8D-8D90-D0EC589EB607}"/>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9E75EE3D-1752-472A-B228-9C5F9DD43DBF}"/>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03</a:t>
            </a:r>
          </a:p>
        </p:txBody>
      </p:sp>
      <p:sp>
        <p:nvSpPr>
          <p:cNvPr id="6" name="">
            <a:extLst xmlns:a="http://schemas.openxmlformats.org/drawingml/2006/main">
              <a:ext uri="{FF2B5EF4-FFF2-40B4-BE49-F238E27FC236}">
                <a16:creationId xmlns:a16="http://schemas.microsoft.com/office/drawing/2014/main" id="{666EB9ED-3E18-43D8-B010-B9AFF1A7407D}"/>
              </a:ext>
            </a:extLst>
          </p:cNvPr>
          <p:cNvSpPr>
            <a:spLocks xmlns:a="http://schemas.openxmlformats.org/drawingml/2006/main" noGrp="1"/>
          </p:cNvSpPr>
          <p:nvPr/>
        </p:nvSpPr>
        <p:spPr>
          <a:xfrm xmlns:a="http://schemas.openxmlformats.org/drawingml/2006/main">
            <a:off x="695325" y="1933575"/>
            <a:ext cx="171450" cy="9810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D1D0106-FEA3-4E3D-8A5D-6DCAACAD3E66}"/>
              </a:ext>
            </a:extLst>
          </p:cNvPr>
          <p:cNvSpPr>
            <a:spLocks xmlns:a="http://schemas.openxmlformats.org/drawingml/2006/main" noGrp="1"/>
          </p:cNvSpPr>
          <p:nvPr/>
        </p:nvSpPr>
        <p:spPr>
          <a:xfrm xmlns:a="http://schemas.openxmlformats.org/drawingml/2006/main">
            <a:off x="1143000" y="1962150"/>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defRPr sz="2550" b="1">
                <a:solidFill>
                  <a:srgbClr val="0C403C"/>
                </a:solidFill>
                <a:latin typeface="Segoe UI"/>
                <a:ea typeface="Segoe UI"/>
                <a:cs typeface="Segoe UI"/>
              </a:defRPr>
            </a:lvl1pPr>
            <a:lvl2pPr algn="l">
              <a:defRPr sz="2550" b="1">
                <a:solidFill>
                  <a:srgbClr val="0C403C"/>
                </a:solidFill>
                <a:latin typeface="Segoe UI"/>
                <a:ea typeface="Segoe UI"/>
                <a:cs typeface="Segoe UI"/>
              </a:defRPr>
            </a:lvl2pPr>
            <a:lvl3pPr algn="l">
              <a:defRPr sz="2550" b="1">
                <a:solidFill>
                  <a:srgbClr val="0C403C"/>
                </a:solidFill>
                <a:latin typeface="Segoe UI"/>
                <a:ea typeface="Segoe UI"/>
                <a:cs typeface="Segoe UI"/>
              </a:defRPr>
            </a:lvl3pPr>
            <a:lvl4pPr algn="l">
              <a:defRPr sz="2550" b="1">
                <a:solidFill>
                  <a:srgbClr val="0C403C"/>
                </a:solidFill>
                <a:latin typeface="Segoe UI"/>
                <a:ea typeface="Segoe UI"/>
                <a:cs typeface="Segoe UI"/>
              </a:defRPr>
            </a:lvl4pPr>
            <a:lvl5pPr algn="l">
              <a:defRPr sz="2550" b="1">
                <a:solidFill>
                  <a:srgbClr val="0C403C"/>
                </a:solidFill>
                <a:latin typeface="Segoe UI"/>
                <a:ea typeface="Segoe UI"/>
                <a:cs typeface="Segoe UI"/>
              </a:defRPr>
            </a:lvl5pPr>
            <a:lvl6pPr algn="l">
              <a:defRPr sz="2550" b="1">
                <a:solidFill>
                  <a:srgbClr val="0C403C"/>
                </a:solidFill>
                <a:latin typeface="Segoe UI"/>
                <a:ea typeface="Segoe UI"/>
                <a:cs typeface="Segoe UI"/>
              </a:defRPr>
            </a:lvl6pPr>
            <a:lvl7pPr algn="l">
              <a:defRPr sz="2550" b="1">
                <a:solidFill>
                  <a:srgbClr val="0C403C"/>
                </a:solidFill>
                <a:latin typeface="Segoe UI"/>
                <a:ea typeface="Segoe UI"/>
                <a:cs typeface="Segoe UI"/>
              </a:defRPr>
            </a:lvl7pPr>
            <a:lvl8pPr algn="l">
              <a:defRPr sz="2550" b="1">
                <a:solidFill>
                  <a:srgbClr val="0C403C"/>
                </a:solidFill>
                <a:latin typeface="Segoe UI"/>
                <a:ea typeface="Segoe UI"/>
                <a:cs typeface="Segoe UI"/>
              </a:defRPr>
            </a:lvl8pPr>
            <a:lvl9pPr algn="l">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Reader</a:t>
            </a:r>
          </a:p>
        </p:txBody>
      </p:sp>
      <p:sp>
        <p:nvSpPr>
          <p:cNvPr id="8" name="">
            <a:extLst xmlns:a="http://schemas.openxmlformats.org/drawingml/2006/main">
              <a:ext uri="{FF2B5EF4-FFF2-40B4-BE49-F238E27FC236}">
                <a16:creationId xmlns:a16="http://schemas.microsoft.com/office/drawing/2014/main" id="{572D4E44-8B45-4393-ADF9-11DF721B0B41}"/>
              </a:ext>
            </a:extLst>
          </p:cNvPr>
          <p:cNvSpPr>
            <a:spLocks xmlns:a="http://schemas.openxmlformats.org/drawingml/2006/main" noGrp="1"/>
          </p:cNvSpPr>
          <p:nvPr/>
        </p:nvSpPr>
        <p:spPr>
          <a:xfrm xmlns:a="http://schemas.openxmlformats.org/drawingml/2006/main">
            <a:off x="3429000" y="2019300"/>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defRPr sz="1800" b="0">
                <a:solidFill>
                  <a:srgbClr val="17211F"/>
                </a:solidFill>
                <a:latin typeface="Segoe UI"/>
                <a:ea typeface="Segoe UI"/>
                <a:cs typeface="Segoe UI"/>
              </a:defRPr>
            </a:lvl1pPr>
            <a:lvl2pPr algn="l">
              <a:defRPr sz="1800" b="0">
                <a:solidFill>
                  <a:srgbClr val="17211F"/>
                </a:solidFill>
                <a:latin typeface="Segoe UI"/>
                <a:ea typeface="Segoe UI"/>
                <a:cs typeface="Segoe UI"/>
              </a:defRPr>
            </a:lvl2pPr>
            <a:lvl3pPr algn="l">
              <a:defRPr sz="1800" b="0">
                <a:solidFill>
                  <a:srgbClr val="17211F"/>
                </a:solidFill>
                <a:latin typeface="Segoe UI"/>
                <a:ea typeface="Segoe UI"/>
                <a:cs typeface="Segoe UI"/>
              </a:defRPr>
            </a:lvl3pPr>
            <a:lvl4pPr algn="l">
              <a:defRPr sz="1800" b="0">
                <a:solidFill>
                  <a:srgbClr val="17211F"/>
                </a:solidFill>
                <a:latin typeface="Segoe UI"/>
                <a:ea typeface="Segoe UI"/>
                <a:cs typeface="Segoe UI"/>
              </a:defRPr>
            </a:lvl4pPr>
            <a:lvl5pPr algn="l">
              <a:defRPr sz="1800" b="0">
                <a:solidFill>
                  <a:srgbClr val="17211F"/>
                </a:solidFill>
                <a:latin typeface="Segoe UI"/>
                <a:ea typeface="Segoe UI"/>
                <a:cs typeface="Segoe UI"/>
              </a:defRPr>
            </a:lvl5pPr>
            <a:lvl6pPr algn="l">
              <a:defRPr sz="1800" b="0">
                <a:solidFill>
                  <a:srgbClr val="17211F"/>
                </a:solidFill>
                <a:latin typeface="Segoe UI"/>
                <a:ea typeface="Segoe UI"/>
                <a:cs typeface="Segoe UI"/>
              </a:defRPr>
            </a:lvl6pPr>
            <a:lvl7pPr algn="l">
              <a:defRPr sz="1800" b="0">
                <a:solidFill>
                  <a:srgbClr val="17211F"/>
                </a:solidFill>
                <a:latin typeface="Segoe UI"/>
                <a:ea typeface="Segoe UI"/>
                <a:cs typeface="Segoe UI"/>
              </a:defRPr>
            </a:lvl7pPr>
            <a:lvl8pPr algn="l">
              <a:defRPr sz="1800" b="0">
                <a:solidFill>
                  <a:srgbClr val="17211F"/>
                </a:solidFill>
                <a:latin typeface="Segoe UI"/>
                <a:ea typeface="Segoe UI"/>
                <a:cs typeface="Segoe UI"/>
              </a:defRPr>
            </a:lvl8pPr>
            <a:lvl9pPr algn="l">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Tra cứu, lưu yêu thích, đánh giá, theo dõi lượt mượn và giữ chỗ.</a:t>
            </a:r>
          </a:p>
        </p:txBody>
      </p:sp>
      <p:sp>
        <p:nvSpPr>
          <p:cNvPr id="9" name="">
            <a:extLst xmlns:a="http://schemas.openxmlformats.org/drawingml/2006/main">
              <a:ext uri="{FF2B5EF4-FFF2-40B4-BE49-F238E27FC236}">
                <a16:creationId xmlns:a16="http://schemas.microsoft.com/office/drawing/2014/main" id="{069B8931-7741-412C-8D8F-3172F9BDB387}"/>
              </a:ext>
            </a:extLst>
          </p:cNvPr>
          <p:cNvSpPr>
            <a:spLocks xmlns:a="http://schemas.openxmlformats.org/drawingml/2006/main" noGrp="1"/>
          </p:cNvSpPr>
          <p:nvPr/>
        </p:nvSpPr>
        <p:spPr>
          <a:xfrm xmlns:a="http://schemas.openxmlformats.org/drawingml/2006/main">
            <a:off x="1143000" y="3086100"/>
            <a:ext cx="1004887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902361F1-4C6B-44CB-BD70-B9101AF3BE62}"/>
              </a:ext>
            </a:extLst>
          </p:cNvPr>
          <p:cNvSpPr>
            <a:spLocks xmlns:a="http://schemas.openxmlformats.org/drawingml/2006/main" noGrp="1"/>
          </p:cNvSpPr>
          <p:nvPr/>
        </p:nvSpPr>
        <p:spPr>
          <a:xfrm xmlns:a="http://schemas.openxmlformats.org/drawingml/2006/main">
            <a:off x="695325" y="3295650"/>
            <a:ext cx="171450" cy="981075"/>
          </a:xfrm>
          <a:prstGeom xmlns:a="http://schemas.openxmlformats.org/drawingml/2006/main" prst="rect">
            <a:avLst/>
          </a:prstGeom>
          <a:solidFill xmlns:a="http://schemas.openxmlformats.org/drawingml/2006/main">
            <a:srgbClr val="498E8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AD0B1C0-DEF6-496E-9A41-2180C95C2D80}"/>
              </a:ext>
            </a:extLst>
          </p:cNvPr>
          <p:cNvSpPr>
            <a:spLocks xmlns:a="http://schemas.openxmlformats.org/drawingml/2006/main" noGrp="1"/>
          </p:cNvSpPr>
          <p:nvPr/>
        </p:nvSpPr>
        <p:spPr>
          <a:xfrm xmlns:a="http://schemas.openxmlformats.org/drawingml/2006/main">
            <a:off x="1143000" y="3324225"/>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defRPr sz="2550" b="1">
                <a:solidFill>
                  <a:srgbClr val="0C403C"/>
                </a:solidFill>
                <a:latin typeface="Segoe UI"/>
                <a:ea typeface="Segoe UI"/>
                <a:cs typeface="Segoe UI"/>
              </a:defRPr>
            </a:lvl1pPr>
            <a:lvl2pPr algn="l">
              <a:defRPr sz="2550" b="1">
                <a:solidFill>
                  <a:srgbClr val="0C403C"/>
                </a:solidFill>
                <a:latin typeface="Segoe UI"/>
                <a:ea typeface="Segoe UI"/>
                <a:cs typeface="Segoe UI"/>
              </a:defRPr>
            </a:lvl2pPr>
            <a:lvl3pPr algn="l">
              <a:defRPr sz="2550" b="1">
                <a:solidFill>
                  <a:srgbClr val="0C403C"/>
                </a:solidFill>
                <a:latin typeface="Segoe UI"/>
                <a:ea typeface="Segoe UI"/>
                <a:cs typeface="Segoe UI"/>
              </a:defRPr>
            </a:lvl3pPr>
            <a:lvl4pPr algn="l">
              <a:defRPr sz="2550" b="1">
                <a:solidFill>
                  <a:srgbClr val="0C403C"/>
                </a:solidFill>
                <a:latin typeface="Segoe UI"/>
                <a:ea typeface="Segoe UI"/>
                <a:cs typeface="Segoe UI"/>
              </a:defRPr>
            </a:lvl4pPr>
            <a:lvl5pPr algn="l">
              <a:defRPr sz="2550" b="1">
                <a:solidFill>
                  <a:srgbClr val="0C403C"/>
                </a:solidFill>
                <a:latin typeface="Segoe UI"/>
                <a:ea typeface="Segoe UI"/>
                <a:cs typeface="Segoe UI"/>
              </a:defRPr>
            </a:lvl5pPr>
            <a:lvl6pPr algn="l">
              <a:defRPr sz="2550" b="1">
                <a:solidFill>
                  <a:srgbClr val="0C403C"/>
                </a:solidFill>
                <a:latin typeface="Segoe UI"/>
                <a:ea typeface="Segoe UI"/>
                <a:cs typeface="Segoe UI"/>
              </a:defRPr>
            </a:lvl6pPr>
            <a:lvl7pPr algn="l">
              <a:defRPr sz="2550" b="1">
                <a:solidFill>
                  <a:srgbClr val="0C403C"/>
                </a:solidFill>
                <a:latin typeface="Segoe UI"/>
                <a:ea typeface="Segoe UI"/>
                <a:cs typeface="Segoe UI"/>
              </a:defRPr>
            </a:lvl7pPr>
            <a:lvl8pPr algn="l">
              <a:defRPr sz="2550" b="1">
                <a:solidFill>
                  <a:srgbClr val="0C403C"/>
                </a:solidFill>
                <a:latin typeface="Segoe UI"/>
                <a:ea typeface="Segoe UI"/>
                <a:cs typeface="Segoe UI"/>
              </a:defRPr>
            </a:lvl8pPr>
            <a:lvl9pPr algn="l">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Librarian</a:t>
            </a:r>
          </a:p>
        </p:txBody>
      </p:sp>
      <p:sp>
        <p:nvSpPr>
          <p:cNvPr id="12" name="">
            <a:extLst xmlns:a="http://schemas.openxmlformats.org/drawingml/2006/main">
              <a:ext uri="{FF2B5EF4-FFF2-40B4-BE49-F238E27FC236}">
                <a16:creationId xmlns:a16="http://schemas.microsoft.com/office/drawing/2014/main" id="{8A1B5E8F-4C9A-42E8-899A-4E2FEDCBD046}"/>
              </a:ext>
            </a:extLst>
          </p:cNvPr>
          <p:cNvSpPr>
            <a:spLocks xmlns:a="http://schemas.openxmlformats.org/drawingml/2006/main" noGrp="1"/>
          </p:cNvSpPr>
          <p:nvPr/>
        </p:nvSpPr>
        <p:spPr>
          <a:xfrm xmlns:a="http://schemas.openxmlformats.org/drawingml/2006/main">
            <a:off x="3429000" y="3381375"/>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defRPr sz="1800" b="0">
                <a:solidFill>
                  <a:srgbClr val="17211F"/>
                </a:solidFill>
                <a:latin typeface="Segoe UI"/>
                <a:ea typeface="Segoe UI"/>
                <a:cs typeface="Segoe UI"/>
              </a:defRPr>
            </a:lvl1pPr>
            <a:lvl2pPr algn="l">
              <a:defRPr sz="1800" b="0">
                <a:solidFill>
                  <a:srgbClr val="17211F"/>
                </a:solidFill>
                <a:latin typeface="Segoe UI"/>
                <a:ea typeface="Segoe UI"/>
                <a:cs typeface="Segoe UI"/>
              </a:defRPr>
            </a:lvl2pPr>
            <a:lvl3pPr algn="l">
              <a:defRPr sz="1800" b="0">
                <a:solidFill>
                  <a:srgbClr val="17211F"/>
                </a:solidFill>
                <a:latin typeface="Segoe UI"/>
                <a:ea typeface="Segoe UI"/>
                <a:cs typeface="Segoe UI"/>
              </a:defRPr>
            </a:lvl3pPr>
            <a:lvl4pPr algn="l">
              <a:defRPr sz="1800" b="0">
                <a:solidFill>
                  <a:srgbClr val="17211F"/>
                </a:solidFill>
                <a:latin typeface="Segoe UI"/>
                <a:ea typeface="Segoe UI"/>
                <a:cs typeface="Segoe UI"/>
              </a:defRPr>
            </a:lvl4pPr>
            <a:lvl5pPr algn="l">
              <a:defRPr sz="1800" b="0">
                <a:solidFill>
                  <a:srgbClr val="17211F"/>
                </a:solidFill>
                <a:latin typeface="Segoe UI"/>
                <a:ea typeface="Segoe UI"/>
                <a:cs typeface="Segoe UI"/>
              </a:defRPr>
            </a:lvl5pPr>
            <a:lvl6pPr algn="l">
              <a:defRPr sz="1800" b="0">
                <a:solidFill>
                  <a:srgbClr val="17211F"/>
                </a:solidFill>
                <a:latin typeface="Segoe UI"/>
                <a:ea typeface="Segoe UI"/>
                <a:cs typeface="Segoe UI"/>
              </a:defRPr>
            </a:lvl6pPr>
            <a:lvl7pPr algn="l">
              <a:defRPr sz="1800" b="0">
                <a:solidFill>
                  <a:srgbClr val="17211F"/>
                </a:solidFill>
                <a:latin typeface="Segoe UI"/>
                <a:ea typeface="Segoe UI"/>
                <a:cs typeface="Segoe UI"/>
              </a:defRPr>
            </a:lvl7pPr>
            <a:lvl8pPr algn="l">
              <a:defRPr sz="1800" b="0">
                <a:solidFill>
                  <a:srgbClr val="17211F"/>
                </a:solidFill>
                <a:latin typeface="Segoe UI"/>
                <a:ea typeface="Segoe UI"/>
                <a:cs typeface="Segoe UI"/>
              </a:defRPr>
            </a:lvl8pPr>
            <a:lvl9pPr algn="l">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Biên mục, xử lý lưu thông và phiên kiểm kê tại chi nhánh.</a:t>
            </a:r>
          </a:p>
        </p:txBody>
      </p:sp>
      <p:sp>
        <p:nvSpPr>
          <p:cNvPr id="13" name="">
            <a:extLst xmlns:a="http://schemas.openxmlformats.org/drawingml/2006/main">
              <a:ext uri="{FF2B5EF4-FFF2-40B4-BE49-F238E27FC236}">
                <a16:creationId xmlns:a16="http://schemas.microsoft.com/office/drawing/2014/main" id="{56E3228D-202D-4781-8A38-7FE5050BF840}"/>
              </a:ext>
            </a:extLst>
          </p:cNvPr>
          <p:cNvSpPr>
            <a:spLocks xmlns:a="http://schemas.openxmlformats.org/drawingml/2006/main" noGrp="1"/>
          </p:cNvSpPr>
          <p:nvPr/>
        </p:nvSpPr>
        <p:spPr>
          <a:xfrm xmlns:a="http://schemas.openxmlformats.org/drawingml/2006/main">
            <a:off x="1143000" y="4448175"/>
            <a:ext cx="1004887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52B02E03-EB07-489C-986C-BFD5285EA840}"/>
              </a:ext>
            </a:extLst>
          </p:cNvPr>
          <p:cNvSpPr>
            <a:spLocks xmlns:a="http://schemas.openxmlformats.org/drawingml/2006/main" noGrp="1"/>
          </p:cNvSpPr>
          <p:nvPr/>
        </p:nvSpPr>
        <p:spPr>
          <a:xfrm xmlns:a="http://schemas.openxmlformats.org/drawingml/2006/main">
            <a:off x="695325" y="4657725"/>
            <a:ext cx="171450" cy="981075"/>
          </a:xfrm>
          <a:prstGeom xmlns:a="http://schemas.openxmlformats.org/drawingml/2006/main" prst="rect">
            <a:avLst/>
          </a:prstGeom>
          <a:solidFill xmlns:a="http://schemas.openxmlformats.org/drawingml/2006/main">
            <a:srgbClr val="97BDA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1F69A82-85AF-41A5-9D3C-4CC111C2E3E1}"/>
              </a:ext>
            </a:extLst>
          </p:cNvPr>
          <p:cNvSpPr>
            <a:spLocks xmlns:a="http://schemas.openxmlformats.org/drawingml/2006/main" noGrp="1"/>
          </p:cNvSpPr>
          <p:nvPr/>
        </p:nvSpPr>
        <p:spPr>
          <a:xfrm xmlns:a="http://schemas.openxmlformats.org/drawingml/2006/main">
            <a:off x="1143000" y="4686300"/>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defRPr sz="2550" b="1">
                <a:solidFill>
                  <a:srgbClr val="0C403C"/>
                </a:solidFill>
                <a:latin typeface="Segoe UI"/>
                <a:ea typeface="Segoe UI"/>
                <a:cs typeface="Segoe UI"/>
              </a:defRPr>
            </a:lvl1pPr>
            <a:lvl2pPr algn="l">
              <a:defRPr sz="2550" b="1">
                <a:solidFill>
                  <a:srgbClr val="0C403C"/>
                </a:solidFill>
                <a:latin typeface="Segoe UI"/>
                <a:ea typeface="Segoe UI"/>
                <a:cs typeface="Segoe UI"/>
              </a:defRPr>
            </a:lvl2pPr>
            <a:lvl3pPr algn="l">
              <a:defRPr sz="2550" b="1">
                <a:solidFill>
                  <a:srgbClr val="0C403C"/>
                </a:solidFill>
                <a:latin typeface="Segoe UI"/>
                <a:ea typeface="Segoe UI"/>
                <a:cs typeface="Segoe UI"/>
              </a:defRPr>
            </a:lvl3pPr>
            <a:lvl4pPr algn="l">
              <a:defRPr sz="2550" b="1">
                <a:solidFill>
                  <a:srgbClr val="0C403C"/>
                </a:solidFill>
                <a:latin typeface="Segoe UI"/>
                <a:ea typeface="Segoe UI"/>
                <a:cs typeface="Segoe UI"/>
              </a:defRPr>
            </a:lvl4pPr>
            <a:lvl5pPr algn="l">
              <a:defRPr sz="2550" b="1">
                <a:solidFill>
                  <a:srgbClr val="0C403C"/>
                </a:solidFill>
                <a:latin typeface="Segoe UI"/>
                <a:ea typeface="Segoe UI"/>
                <a:cs typeface="Segoe UI"/>
              </a:defRPr>
            </a:lvl5pPr>
            <a:lvl6pPr algn="l">
              <a:defRPr sz="2550" b="1">
                <a:solidFill>
                  <a:srgbClr val="0C403C"/>
                </a:solidFill>
                <a:latin typeface="Segoe UI"/>
                <a:ea typeface="Segoe UI"/>
                <a:cs typeface="Segoe UI"/>
              </a:defRPr>
            </a:lvl6pPr>
            <a:lvl7pPr algn="l">
              <a:defRPr sz="2550" b="1">
                <a:solidFill>
                  <a:srgbClr val="0C403C"/>
                </a:solidFill>
                <a:latin typeface="Segoe UI"/>
                <a:ea typeface="Segoe UI"/>
                <a:cs typeface="Segoe UI"/>
              </a:defRPr>
            </a:lvl7pPr>
            <a:lvl8pPr algn="l">
              <a:defRPr sz="2550" b="1">
                <a:solidFill>
                  <a:srgbClr val="0C403C"/>
                </a:solidFill>
                <a:latin typeface="Segoe UI"/>
                <a:ea typeface="Segoe UI"/>
                <a:cs typeface="Segoe UI"/>
              </a:defRPr>
            </a:lvl8pPr>
            <a:lvl9pPr algn="l">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Admin</a:t>
            </a:r>
          </a:p>
        </p:txBody>
      </p:sp>
      <p:sp>
        <p:nvSpPr>
          <p:cNvPr id="16" name="">
            <a:extLst xmlns:a="http://schemas.openxmlformats.org/drawingml/2006/main">
              <a:ext uri="{FF2B5EF4-FFF2-40B4-BE49-F238E27FC236}">
                <a16:creationId xmlns:a16="http://schemas.microsoft.com/office/drawing/2014/main" id="{828CA547-819C-4BF6-B419-42B7AB1FCB3E}"/>
              </a:ext>
            </a:extLst>
          </p:cNvPr>
          <p:cNvSpPr>
            <a:spLocks xmlns:a="http://schemas.openxmlformats.org/drawingml/2006/main" noGrp="1"/>
          </p:cNvSpPr>
          <p:nvPr/>
        </p:nvSpPr>
        <p:spPr>
          <a:xfrm xmlns:a="http://schemas.openxmlformats.org/drawingml/2006/main">
            <a:off x="3429000" y="4743450"/>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defRPr sz="1800" b="0">
                <a:solidFill>
                  <a:srgbClr val="17211F"/>
                </a:solidFill>
                <a:latin typeface="Segoe UI"/>
                <a:ea typeface="Segoe UI"/>
                <a:cs typeface="Segoe UI"/>
              </a:defRPr>
            </a:lvl1pPr>
            <a:lvl2pPr algn="l">
              <a:defRPr sz="1800" b="0">
                <a:solidFill>
                  <a:srgbClr val="17211F"/>
                </a:solidFill>
                <a:latin typeface="Segoe UI"/>
                <a:ea typeface="Segoe UI"/>
                <a:cs typeface="Segoe UI"/>
              </a:defRPr>
            </a:lvl2pPr>
            <a:lvl3pPr algn="l">
              <a:defRPr sz="1800" b="0">
                <a:solidFill>
                  <a:srgbClr val="17211F"/>
                </a:solidFill>
                <a:latin typeface="Segoe UI"/>
                <a:ea typeface="Segoe UI"/>
                <a:cs typeface="Segoe UI"/>
              </a:defRPr>
            </a:lvl3pPr>
            <a:lvl4pPr algn="l">
              <a:defRPr sz="1800" b="0">
                <a:solidFill>
                  <a:srgbClr val="17211F"/>
                </a:solidFill>
                <a:latin typeface="Segoe UI"/>
                <a:ea typeface="Segoe UI"/>
                <a:cs typeface="Segoe UI"/>
              </a:defRPr>
            </a:lvl4pPr>
            <a:lvl5pPr algn="l">
              <a:defRPr sz="1800" b="0">
                <a:solidFill>
                  <a:srgbClr val="17211F"/>
                </a:solidFill>
                <a:latin typeface="Segoe UI"/>
                <a:ea typeface="Segoe UI"/>
                <a:cs typeface="Segoe UI"/>
              </a:defRPr>
            </a:lvl5pPr>
            <a:lvl6pPr algn="l">
              <a:defRPr sz="1800" b="0">
                <a:solidFill>
                  <a:srgbClr val="17211F"/>
                </a:solidFill>
                <a:latin typeface="Segoe UI"/>
                <a:ea typeface="Segoe UI"/>
                <a:cs typeface="Segoe UI"/>
              </a:defRPr>
            </a:lvl6pPr>
            <a:lvl7pPr algn="l">
              <a:defRPr sz="1800" b="0">
                <a:solidFill>
                  <a:srgbClr val="17211F"/>
                </a:solidFill>
                <a:latin typeface="Segoe UI"/>
                <a:ea typeface="Segoe UI"/>
                <a:cs typeface="Segoe UI"/>
              </a:defRPr>
            </a:lvl7pPr>
            <a:lvl8pPr algn="l">
              <a:defRPr sz="1800" b="0">
                <a:solidFill>
                  <a:srgbClr val="17211F"/>
                </a:solidFill>
                <a:latin typeface="Segoe UI"/>
                <a:ea typeface="Segoe UI"/>
                <a:cs typeface="Segoe UI"/>
              </a:defRPr>
            </a:lvl8pPr>
            <a:lvl9pPr algn="l">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Quản lý quyền và theo dõi các nghiệp vụ quản trị được cấp phép.</a:t>
            </a:r>
          </a:p>
        </p:txBody>
      </p:sp>
    </p:spTree>
    <p:extLst>
      <p:ext uri="{BB962C8B-B14F-4D97-AF65-F5344CB8AC3E}">
        <p14:creationId xmlns:p14="http://schemas.microsoft.com/office/powerpoint/2010/main" val="267696106"/>
      </p:ext>
    </p:extLst>
  </p:cSld>
</p:sld>
</file>

<file path=ppt/slides/slide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08CB4DC-3CB1-408D-90E1-DA04812E295D}"/>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NỀN TẢNG</a:t>
            </a:r>
          </a:p>
        </p:txBody>
      </p:sp>
      <p:sp>
        <p:nvSpPr>
          <p:cNvPr id="2" name="">
            <a:extLst xmlns:a="http://schemas.openxmlformats.org/drawingml/2006/main">
              <a:ext uri="{FF2B5EF4-FFF2-40B4-BE49-F238E27FC236}">
                <a16:creationId xmlns:a16="http://schemas.microsoft.com/office/drawing/2014/main" id="{91BBA875-00D9-47C6-9334-AC77E66E5FC2}"/>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Công nghệ đang sử dụng</a:t>
            </a:r>
          </a:p>
        </p:txBody>
      </p:sp>
      <p:sp>
        <p:nvSpPr>
          <p:cNvPr id="3" name="">
            <a:extLst xmlns:a="http://schemas.openxmlformats.org/drawingml/2006/main">
              <a:ext uri="{FF2B5EF4-FFF2-40B4-BE49-F238E27FC236}">
                <a16:creationId xmlns:a16="http://schemas.microsoft.com/office/drawing/2014/main" id="{FEAD823D-028E-4168-8E06-605ED081E5B5}"/>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56B002B0-E53B-4FEE-9EC5-FF64BE0311CD}"/>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80EB6666-2778-4FAB-956F-2EDE54F5E8F1}"/>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04</a:t>
            </a:r>
          </a:p>
        </p:txBody>
      </p:sp>
      <p:sp>
        <p:nvSpPr>
          <p:cNvPr id="6" name="">
            <a:extLst xmlns:a="http://schemas.openxmlformats.org/drawingml/2006/main">
              <a:ext uri="{FF2B5EF4-FFF2-40B4-BE49-F238E27FC236}">
                <a16:creationId xmlns:a16="http://schemas.microsoft.com/office/drawing/2014/main" id="{FAE144ED-AD9C-469D-84BD-10DA31D69CBE}"/>
              </a:ext>
            </a:extLst>
          </p:cNvPr>
          <p:cNvSpPr>
            <a:spLocks xmlns:a="http://schemas.openxmlformats.org/drawingml/2006/main" noGrp="1"/>
          </p:cNvSpPr>
          <p:nvPr/>
        </p:nvSpPr>
        <p:spPr>
          <a:xfrm xmlns:a="http://schemas.openxmlformats.org/drawingml/2006/main">
            <a:off x="7048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defRPr sz="1875" b="1">
                <a:solidFill>
                  <a:srgbClr val="0F766E"/>
                </a:solidFill>
                <a:latin typeface="Segoe UI"/>
                <a:ea typeface="Segoe UI"/>
                <a:cs typeface="Segoe UI"/>
              </a:defRPr>
            </a:lvl1pPr>
            <a:lvl2pPr algn="l">
              <a:defRPr sz="1875" b="1">
                <a:solidFill>
                  <a:srgbClr val="0F766E"/>
                </a:solidFill>
                <a:latin typeface="Segoe UI"/>
                <a:ea typeface="Segoe UI"/>
                <a:cs typeface="Segoe UI"/>
              </a:defRPr>
            </a:lvl2pPr>
            <a:lvl3pPr algn="l">
              <a:defRPr sz="1875" b="1">
                <a:solidFill>
                  <a:srgbClr val="0F766E"/>
                </a:solidFill>
                <a:latin typeface="Segoe UI"/>
                <a:ea typeface="Segoe UI"/>
                <a:cs typeface="Segoe UI"/>
              </a:defRPr>
            </a:lvl3pPr>
            <a:lvl4pPr algn="l">
              <a:defRPr sz="1875" b="1">
                <a:solidFill>
                  <a:srgbClr val="0F766E"/>
                </a:solidFill>
                <a:latin typeface="Segoe UI"/>
                <a:ea typeface="Segoe UI"/>
                <a:cs typeface="Segoe UI"/>
              </a:defRPr>
            </a:lvl4pPr>
            <a:lvl5pPr algn="l">
              <a:defRPr sz="1875" b="1">
                <a:solidFill>
                  <a:srgbClr val="0F766E"/>
                </a:solidFill>
                <a:latin typeface="Segoe UI"/>
                <a:ea typeface="Segoe UI"/>
                <a:cs typeface="Segoe UI"/>
              </a:defRPr>
            </a:lvl5pPr>
            <a:lvl6pPr algn="l">
              <a:defRPr sz="1875" b="1">
                <a:solidFill>
                  <a:srgbClr val="0F766E"/>
                </a:solidFill>
                <a:latin typeface="Segoe UI"/>
                <a:ea typeface="Segoe UI"/>
                <a:cs typeface="Segoe UI"/>
              </a:defRPr>
            </a:lvl6pPr>
            <a:lvl7pPr algn="l">
              <a:defRPr sz="1875" b="1">
                <a:solidFill>
                  <a:srgbClr val="0F766E"/>
                </a:solidFill>
                <a:latin typeface="Segoe UI"/>
                <a:ea typeface="Segoe UI"/>
                <a:cs typeface="Segoe UI"/>
              </a:defRPr>
            </a:lvl7pPr>
            <a:lvl8pPr algn="l">
              <a:defRPr sz="1875" b="1">
                <a:solidFill>
                  <a:srgbClr val="0F766E"/>
                </a:solidFill>
                <a:latin typeface="Segoe UI"/>
                <a:ea typeface="Segoe UI"/>
                <a:cs typeface="Segoe UI"/>
              </a:defRPr>
            </a:lvl8pPr>
            <a:lvl9pPr algn="l">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Giao diện và desktop</a:t>
            </a:r>
          </a:p>
        </p:txBody>
      </p:sp>
      <p:sp>
        <p:nvSpPr>
          <p:cNvPr id="7" name="">
            <a:extLst xmlns:a="http://schemas.openxmlformats.org/drawingml/2006/main">
              <a:ext uri="{FF2B5EF4-FFF2-40B4-BE49-F238E27FC236}">
                <a16:creationId xmlns:a16="http://schemas.microsoft.com/office/drawing/2014/main" id="{6E0688D3-FD87-485F-A1C8-B66911A5301D}"/>
              </a:ext>
            </a:extLst>
          </p:cNvPr>
          <p:cNvSpPr>
            <a:spLocks xmlns:a="http://schemas.openxmlformats.org/drawingml/2006/main" noGrp="1"/>
          </p:cNvSpPr>
          <p:nvPr/>
        </p:nvSpPr>
        <p:spPr>
          <a:xfrm xmlns:a="http://schemas.openxmlformats.org/drawingml/2006/main">
            <a:off x="7048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8" name="">
            <a:extLst xmlns:a="http://schemas.openxmlformats.org/drawingml/2006/main">
              <a:ext uri="{FF2B5EF4-FFF2-40B4-BE49-F238E27FC236}">
                <a16:creationId xmlns:a16="http://schemas.microsoft.com/office/drawing/2014/main" id="{2FA83674-E17F-42BD-B3B0-CBBB65068AC5}"/>
              </a:ext>
            </a:extLst>
          </p:cNvPr>
          <p:cNvSpPr>
            <a:spLocks xmlns:a="http://schemas.openxmlformats.org/drawingml/2006/main" noGrp="1"/>
          </p:cNvSpPr>
          <p:nvPr/>
        </p:nvSpPr>
        <p:spPr>
          <a:xfrm xmlns:a="http://schemas.openxmlformats.org/drawingml/2006/main">
            <a:off x="7048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defRPr sz="2175" b="1">
                <a:solidFill>
                  <a:srgbClr val="17211F"/>
                </a:solidFill>
                <a:latin typeface="Segoe UI"/>
                <a:ea typeface="Segoe UI"/>
                <a:cs typeface="Segoe UI"/>
              </a:defRPr>
            </a:lvl1pPr>
            <a:lvl2pPr algn="l">
              <a:defRPr sz="2175" b="1">
                <a:solidFill>
                  <a:srgbClr val="17211F"/>
                </a:solidFill>
                <a:latin typeface="Segoe UI"/>
                <a:ea typeface="Segoe UI"/>
                <a:cs typeface="Segoe UI"/>
              </a:defRPr>
            </a:lvl2pPr>
            <a:lvl3pPr algn="l">
              <a:defRPr sz="2175" b="1">
                <a:solidFill>
                  <a:srgbClr val="17211F"/>
                </a:solidFill>
                <a:latin typeface="Segoe UI"/>
                <a:ea typeface="Segoe UI"/>
                <a:cs typeface="Segoe UI"/>
              </a:defRPr>
            </a:lvl3pPr>
            <a:lvl4pPr algn="l">
              <a:defRPr sz="2175" b="1">
                <a:solidFill>
                  <a:srgbClr val="17211F"/>
                </a:solidFill>
                <a:latin typeface="Segoe UI"/>
                <a:ea typeface="Segoe UI"/>
                <a:cs typeface="Segoe UI"/>
              </a:defRPr>
            </a:lvl4pPr>
            <a:lvl5pPr algn="l">
              <a:defRPr sz="2175" b="1">
                <a:solidFill>
                  <a:srgbClr val="17211F"/>
                </a:solidFill>
                <a:latin typeface="Segoe UI"/>
                <a:ea typeface="Segoe UI"/>
                <a:cs typeface="Segoe UI"/>
              </a:defRPr>
            </a:lvl5pPr>
            <a:lvl6pPr algn="l">
              <a:defRPr sz="2175" b="1">
                <a:solidFill>
                  <a:srgbClr val="17211F"/>
                </a:solidFill>
                <a:latin typeface="Segoe UI"/>
                <a:ea typeface="Segoe UI"/>
                <a:cs typeface="Segoe UI"/>
              </a:defRPr>
            </a:lvl6pPr>
            <a:lvl7pPr algn="l">
              <a:defRPr sz="2175" b="1">
                <a:solidFill>
                  <a:srgbClr val="17211F"/>
                </a:solidFill>
                <a:latin typeface="Segoe UI"/>
                <a:ea typeface="Segoe UI"/>
                <a:cs typeface="Segoe UI"/>
              </a:defRPr>
            </a:lvl7pPr>
            <a:lvl8pPr algn="l">
              <a:defRPr sz="2175" b="1">
                <a:solidFill>
                  <a:srgbClr val="17211F"/>
                </a:solidFill>
                <a:latin typeface="Segoe UI"/>
                <a:ea typeface="Segoe UI"/>
                <a:cs typeface="Segoe UI"/>
              </a:defRPr>
            </a:lvl8pPr>
            <a:lvl9pPr algn="l">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React · TypeScript · Vite</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Tauri 2 · WebView2</a:t>
            </a:r>
          </a:p>
        </p:txBody>
      </p:sp>
      <p:sp>
        <p:nvSpPr>
          <p:cNvPr id="9" name="">
            <a:extLst xmlns:a="http://schemas.openxmlformats.org/drawingml/2006/main">
              <a:ext uri="{FF2B5EF4-FFF2-40B4-BE49-F238E27FC236}">
                <a16:creationId xmlns:a16="http://schemas.microsoft.com/office/drawing/2014/main" id="{94C1DC3C-5EB6-4EDF-ACA8-B15D931A46AD}"/>
              </a:ext>
            </a:extLst>
          </p:cNvPr>
          <p:cNvSpPr>
            <a:spLocks xmlns:a="http://schemas.openxmlformats.org/drawingml/2006/main" noGrp="1"/>
          </p:cNvSpPr>
          <p:nvPr/>
        </p:nvSpPr>
        <p:spPr>
          <a:xfrm xmlns:a="http://schemas.openxmlformats.org/drawingml/2006/main">
            <a:off x="44767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defRPr sz="1875" b="1">
                <a:solidFill>
                  <a:srgbClr val="0F766E"/>
                </a:solidFill>
                <a:latin typeface="Segoe UI"/>
                <a:ea typeface="Segoe UI"/>
                <a:cs typeface="Segoe UI"/>
              </a:defRPr>
            </a:lvl1pPr>
            <a:lvl2pPr algn="l">
              <a:defRPr sz="1875" b="1">
                <a:solidFill>
                  <a:srgbClr val="0F766E"/>
                </a:solidFill>
                <a:latin typeface="Segoe UI"/>
                <a:ea typeface="Segoe UI"/>
                <a:cs typeface="Segoe UI"/>
              </a:defRPr>
            </a:lvl2pPr>
            <a:lvl3pPr algn="l">
              <a:defRPr sz="1875" b="1">
                <a:solidFill>
                  <a:srgbClr val="0F766E"/>
                </a:solidFill>
                <a:latin typeface="Segoe UI"/>
                <a:ea typeface="Segoe UI"/>
                <a:cs typeface="Segoe UI"/>
              </a:defRPr>
            </a:lvl3pPr>
            <a:lvl4pPr algn="l">
              <a:defRPr sz="1875" b="1">
                <a:solidFill>
                  <a:srgbClr val="0F766E"/>
                </a:solidFill>
                <a:latin typeface="Segoe UI"/>
                <a:ea typeface="Segoe UI"/>
                <a:cs typeface="Segoe UI"/>
              </a:defRPr>
            </a:lvl4pPr>
            <a:lvl5pPr algn="l">
              <a:defRPr sz="1875" b="1">
                <a:solidFill>
                  <a:srgbClr val="0F766E"/>
                </a:solidFill>
                <a:latin typeface="Segoe UI"/>
                <a:ea typeface="Segoe UI"/>
                <a:cs typeface="Segoe UI"/>
              </a:defRPr>
            </a:lvl5pPr>
            <a:lvl6pPr algn="l">
              <a:defRPr sz="1875" b="1">
                <a:solidFill>
                  <a:srgbClr val="0F766E"/>
                </a:solidFill>
                <a:latin typeface="Segoe UI"/>
                <a:ea typeface="Segoe UI"/>
                <a:cs typeface="Segoe UI"/>
              </a:defRPr>
            </a:lvl6pPr>
            <a:lvl7pPr algn="l">
              <a:defRPr sz="1875" b="1">
                <a:solidFill>
                  <a:srgbClr val="0F766E"/>
                </a:solidFill>
                <a:latin typeface="Segoe UI"/>
                <a:ea typeface="Segoe UI"/>
                <a:cs typeface="Segoe UI"/>
              </a:defRPr>
            </a:lvl7pPr>
            <a:lvl8pPr algn="l">
              <a:defRPr sz="1875" b="1">
                <a:solidFill>
                  <a:srgbClr val="0F766E"/>
                </a:solidFill>
                <a:latin typeface="Segoe UI"/>
                <a:ea typeface="Segoe UI"/>
                <a:cs typeface="Segoe UI"/>
              </a:defRPr>
            </a:lvl8pPr>
            <a:lvl9pPr algn="l">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Nghiệp vụ và phân tích</a:t>
            </a:r>
          </a:p>
        </p:txBody>
      </p:sp>
      <p:sp>
        <p:nvSpPr>
          <p:cNvPr id="10" name="">
            <a:extLst xmlns:a="http://schemas.openxmlformats.org/drawingml/2006/main">
              <a:ext uri="{FF2B5EF4-FFF2-40B4-BE49-F238E27FC236}">
                <a16:creationId xmlns:a16="http://schemas.microsoft.com/office/drawing/2014/main" id="{45433F08-EB9D-41CE-AD24-1736B7C6EB13}"/>
              </a:ext>
            </a:extLst>
          </p:cNvPr>
          <p:cNvSpPr>
            <a:spLocks xmlns:a="http://schemas.openxmlformats.org/drawingml/2006/main" noGrp="1"/>
          </p:cNvSpPr>
          <p:nvPr/>
        </p:nvSpPr>
        <p:spPr>
          <a:xfrm xmlns:a="http://schemas.openxmlformats.org/drawingml/2006/main">
            <a:off x="44767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1" name="">
            <a:extLst xmlns:a="http://schemas.openxmlformats.org/drawingml/2006/main">
              <a:ext uri="{FF2B5EF4-FFF2-40B4-BE49-F238E27FC236}">
                <a16:creationId xmlns:a16="http://schemas.microsoft.com/office/drawing/2014/main" id="{4064CA3E-BE2E-4CFA-896B-6F8D19F78ED6}"/>
              </a:ext>
            </a:extLst>
          </p:cNvPr>
          <p:cNvSpPr>
            <a:spLocks xmlns:a="http://schemas.openxmlformats.org/drawingml/2006/main" noGrp="1"/>
          </p:cNvSpPr>
          <p:nvPr/>
        </p:nvSpPr>
        <p:spPr>
          <a:xfrm xmlns:a="http://schemas.openxmlformats.org/drawingml/2006/main">
            <a:off x="44767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defRPr sz="2175" b="1">
                <a:solidFill>
                  <a:srgbClr val="17211F"/>
                </a:solidFill>
                <a:latin typeface="Segoe UI"/>
                <a:ea typeface="Segoe UI"/>
                <a:cs typeface="Segoe UI"/>
              </a:defRPr>
            </a:lvl1pPr>
            <a:lvl2pPr algn="l">
              <a:defRPr sz="2175" b="1">
                <a:solidFill>
                  <a:srgbClr val="17211F"/>
                </a:solidFill>
                <a:latin typeface="Segoe UI"/>
                <a:ea typeface="Segoe UI"/>
                <a:cs typeface="Segoe UI"/>
              </a:defRPr>
            </a:lvl2pPr>
            <a:lvl3pPr algn="l">
              <a:defRPr sz="2175" b="1">
                <a:solidFill>
                  <a:srgbClr val="17211F"/>
                </a:solidFill>
                <a:latin typeface="Segoe UI"/>
                <a:ea typeface="Segoe UI"/>
                <a:cs typeface="Segoe UI"/>
              </a:defRPr>
            </a:lvl3pPr>
            <a:lvl4pPr algn="l">
              <a:defRPr sz="2175" b="1">
                <a:solidFill>
                  <a:srgbClr val="17211F"/>
                </a:solidFill>
                <a:latin typeface="Segoe UI"/>
                <a:ea typeface="Segoe UI"/>
                <a:cs typeface="Segoe UI"/>
              </a:defRPr>
            </a:lvl4pPr>
            <a:lvl5pPr algn="l">
              <a:defRPr sz="2175" b="1">
                <a:solidFill>
                  <a:srgbClr val="17211F"/>
                </a:solidFill>
                <a:latin typeface="Segoe UI"/>
                <a:ea typeface="Segoe UI"/>
                <a:cs typeface="Segoe UI"/>
              </a:defRPr>
            </a:lvl5pPr>
            <a:lvl6pPr algn="l">
              <a:defRPr sz="2175" b="1">
                <a:solidFill>
                  <a:srgbClr val="17211F"/>
                </a:solidFill>
                <a:latin typeface="Segoe UI"/>
                <a:ea typeface="Segoe UI"/>
                <a:cs typeface="Segoe UI"/>
              </a:defRPr>
            </a:lvl6pPr>
            <a:lvl7pPr algn="l">
              <a:defRPr sz="2175" b="1">
                <a:solidFill>
                  <a:srgbClr val="17211F"/>
                </a:solidFill>
                <a:latin typeface="Segoe UI"/>
                <a:ea typeface="Segoe UI"/>
                <a:cs typeface="Segoe UI"/>
              </a:defRPr>
            </a:lvl7pPr>
            <a:lvl8pPr algn="l">
              <a:defRPr sz="2175" b="1">
                <a:solidFill>
                  <a:srgbClr val="17211F"/>
                </a:solidFill>
                <a:latin typeface="Segoe UI"/>
                <a:ea typeface="Segoe UI"/>
                <a:cs typeface="Segoe UI"/>
              </a:defRPr>
            </a:lvl8pPr>
            <a:lvl9pPr algn="l">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Java 21 · Spring Boot</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NestJS · Prisma</a:t>
            </a:r>
          </a:p>
        </p:txBody>
      </p:sp>
      <p:sp>
        <p:nvSpPr>
          <p:cNvPr id="12" name="">
            <a:extLst xmlns:a="http://schemas.openxmlformats.org/drawingml/2006/main">
              <a:ext uri="{FF2B5EF4-FFF2-40B4-BE49-F238E27FC236}">
                <a16:creationId xmlns:a16="http://schemas.microsoft.com/office/drawing/2014/main" id="{64A6F1CE-1244-45FE-8F54-438EA9899604}"/>
              </a:ext>
            </a:extLst>
          </p:cNvPr>
          <p:cNvSpPr>
            <a:spLocks xmlns:a="http://schemas.openxmlformats.org/drawingml/2006/main" noGrp="1"/>
          </p:cNvSpPr>
          <p:nvPr/>
        </p:nvSpPr>
        <p:spPr>
          <a:xfrm xmlns:a="http://schemas.openxmlformats.org/drawingml/2006/main">
            <a:off x="82486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defRPr sz="1875" b="1">
                <a:solidFill>
                  <a:srgbClr val="0F766E"/>
                </a:solidFill>
                <a:latin typeface="Segoe UI"/>
                <a:ea typeface="Segoe UI"/>
                <a:cs typeface="Segoe UI"/>
              </a:defRPr>
            </a:lvl1pPr>
            <a:lvl2pPr algn="l">
              <a:defRPr sz="1875" b="1">
                <a:solidFill>
                  <a:srgbClr val="0F766E"/>
                </a:solidFill>
                <a:latin typeface="Segoe UI"/>
                <a:ea typeface="Segoe UI"/>
                <a:cs typeface="Segoe UI"/>
              </a:defRPr>
            </a:lvl2pPr>
            <a:lvl3pPr algn="l">
              <a:defRPr sz="1875" b="1">
                <a:solidFill>
                  <a:srgbClr val="0F766E"/>
                </a:solidFill>
                <a:latin typeface="Segoe UI"/>
                <a:ea typeface="Segoe UI"/>
                <a:cs typeface="Segoe UI"/>
              </a:defRPr>
            </a:lvl3pPr>
            <a:lvl4pPr algn="l">
              <a:defRPr sz="1875" b="1">
                <a:solidFill>
                  <a:srgbClr val="0F766E"/>
                </a:solidFill>
                <a:latin typeface="Segoe UI"/>
                <a:ea typeface="Segoe UI"/>
                <a:cs typeface="Segoe UI"/>
              </a:defRPr>
            </a:lvl4pPr>
            <a:lvl5pPr algn="l">
              <a:defRPr sz="1875" b="1">
                <a:solidFill>
                  <a:srgbClr val="0F766E"/>
                </a:solidFill>
                <a:latin typeface="Segoe UI"/>
                <a:ea typeface="Segoe UI"/>
                <a:cs typeface="Segoe UI"/>
              </a:defRPr>
            </a:lvl5pPr>
            <a:lvl6pPr algn="l">
              <a:defRPr sz="1875" b="1">
                <a:solidFill>
                  <a:srgbClr val="0F766E"/>
                </a:solidFill>
                <a:latin typeface="Segoe UI"/>
                <a:ea typeface="Segoe UI"/>
                <a:cs typeface="Segoe UI"/>
              </a:defRPr>
            </a:lvl6pPr>
            <a:lvl7pPr algn="l">
              <a:defRPr sz="1875" b="1">
                <a:solidFill>
                  <a:srgbClr val="0F766E"/>
                </a:solidFill>
                <a:latin typeface="Segoe UI"/>
                <a:ea typeface="Segoe UI"/>
                <a:cs typeface="Segoe UI"/>
              </a:defRPr>
            </a:lvl7pPr>
            <a:lvl8pPr algn="l">
              <a:defRPr sz="1875" b="1">
                <a:solidFill>
                  <a:srgbClr val="0F766E"/>
                </a:solidFill>
                <a:latin typeface="Segoe UI"/>
                <a:ea typeface="Segoe UI"/>
                <a:cs typeface="Segoe UI"/>
              </a:defRPr>
            </a:lvl8pPr>
            <a:lvl9pPr algn="l">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Dữ liệu và sự kiện</a:t>
            </a:r>
          </a:p>
        </p:txBody>
      </p:sp>
      <p:sp>
        <p:nvSpPr>
          <p:cNvPr id="13" name="">
            <a:extLst xmlns:a="http://schemas.openxmlformats.org/drawingml/2006/main">
              <a:ext uri="{FF2B5EF4-FFF2-40B4-BE49-F238E27FC236}">
                <a16:creationId xmlns:a16="http://schemas.microsoft.com/office/drawing/2014/main" id="{06AE634C-E9FF-4B07-8437-A00CEBB4B557}"/>
              </a:ext>
            </a:extLst>
          </p:cNvPr>
          <p:cNvSpPr>
            <a:spLocks xmlns:a="http://schemas.openxmlformats.org/drawingml/2006/main" noGrp="1"/>
          </p:cNvSpPr>
          <p:nvPr/>
        </p:nvSpPr>
        <p:spPr>
          <a:xfrm xmlns:a="http://schemas.openxmlformats.org/drawingml/2006/main">
            <a:off x="82486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4" name="">
            <a:extLst xmlns:a="http://schemas.openxmlformats.org/drawingml/2006/main">
              <a:ext uri="{FF2B5EF4-FFF2-40B4-BE49-F238E27FC236}">
                <a16:creationId xmlns:a16="http://schemas.microsoft.com/office/drawing/2014/main" id="{E27A15FC-CCAC-4D5B-8448-733F7EB2BE4D}"/>
              </a:ext>
            </a:extLst>
          </p:cNvPr>
          <p:cNvSpPr>
            <a:spLocks xmlns:a="http://schemas.openxmlformats.org/drawingml/2006/main" noGrp="1"/>
          </p:cNvSpPr>
          <p:nvPr/>
        </p:nvSpPr>
        <p:spPr>
          <a:xfrm xmlns:a="http://schemas.openxmlformats.org/drawingml/2006/main">
            <a:off x="82486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defRPr sz="2175" b="1">
                <a:solidFill>
                  <a:srgbClr val="17211F"/>
                </a:solidFill>
                <a:latin typeface="Segoe UI"/>
                <a:ea typeface="Segoe UI"/>
                <a:cs typeface="Segoe UI"/>
              </a:defRPr>
            </a:lvl1pPr>
            <a:lvl2pPr algn="l">
              <a:defRPr sz="2175" b="1">
                <a:solidFill>
                  <a:srgbClr val="17211F"/>
                </a:solidFill>
                <a:latin typeface="Segoe UI"/>
                <a:ea typeface="Segoe UI"/>
                <a:cs typeface="Segoe UI"/>
              </a:defRPr>
            </a:lvl2pPr>
            <a:lvl3pPr algn="l">
              <a:defRPr sz="2175" b="1">
                <a:solidFill>
                  <a:srgbClr val="17211F"/>
                </a:solidFill>
                <a:latin typeface="Segoe UI"/>
                <a:ea typeface="Segoe UI"/>
                <a:cs typeface="Segoe UI"/>
              </a:defRPr>
            </a:lvl3pPr>
            <a:lvl4pPr algn="l">
              <a:defRPr sz="2175" b="1">
                <a:solidFill>
                  <a:srgbClr val="17211F"/>
                </a:solidFill>
                <a:latin typeface="Segoe UI"/>
                <a:ea typeface="Segoe UI"/>
                <a:cs typeface="Segoe UI"/>
              </a:defRPr>
            </a:lvl4pPr>
            <a:lvl5pPr algn="l">
              <a:defRPr sz="2175" b="1">
                <a:solidFill>
                  <a:srgbClr val="17211F"/>
                </a:solidFill>
                <a:latin typeface="Segoe UI"/>
                <a:ea typeface="Segoe UI"/>
                <a:cs typeface="Segoe UI"/>
              </a:defRPr>
            </a:lvl5pPr>
            <a:lvl6pPr algn="l">
              <a:defRPr sz="2175" b="1">
                <a:solidFill>
                  <a:srgbClr val="17211F"/>
                </a:solidFill>
                <a:latin typeface="Segoe UI"/>
                <a:ea typeface="Segoe UI"/>
                <a:cs typeface="Segoe UI"/>
              </a:defRPr>
            </a:lvl6pPr>
            <a:lvl7pPr algn="l">
              <a:defRPr sz="2175" b="1">
                <a:solidFill>
                  <a:srgbClr val="17211F"/>
                </a:solidFill>
                <a:latin typeface="Segoe UI"/>
                <a:ea typeface="Segoe UI"/>
                <a:cs typeface="Segoe UI"/>
              </a:defRPr>
            </a:lvl7pPr>
            <a:lvl8pPr algn="l">
              <a:defRPr sz="2175" b="1">
                <a:solidFill>
                  <a:srgbClr val="17211F"/>
                </a:solidFill>
                <a:latin typeface="Segoe UI"/>
                <a:ea typeface="Segoe UI"/>
                <a:cs typeface="Segoe UI"/>
              </a:defRPr>
            </a:lvl8pPr>
            <a:lvl9pPr algn="l">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PostgreSQL · Redis</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Kafka</a:t>
            </a:r>
          </a:p>
        </p:txBody>
      </p:sp>
      <p:sp>
        <p:nvSpPr>
          <p:cNvPr id="15" name="">
            <a:extLst xmlns:a="http://schemas.openxmlformats.org/drawingml/2006/main">
              <a:ext uri="{FF2B5EF4-FFF2-40B4-BE49-F238E27FC236}">
                <a16:creationId xmlns:a16="http://schemas.microsoft.com/office/drawing/2014/main" id="{24F920FA-EC76-4455-A618-FAE5E7609026}"/>
              </a:ext>
            </a:extLst>
          </p:cNvPr>
          <p:cNvSpPr>
            <a:spLocks xmlns:a="http://schemas.openxmlformats.org/drawingml/2006/main" noGrp="1"/>
          </p:cNvSpPr>
          <p:nvPr/>
        </p:nvSpPr>
        <p:spPr>
          <a:xfrm xmlns:a="http://schemas.openxmlformats.org/drawingml/2006/main">
            <a:off x="695325" y="4819650"/>
            <a:ext cx="10801350" cy="895350"/>
          </a:xfrm>
          <a:prstGeom xmlns:a="http://schemas.openxmlformats.org/drawingml/2006/main" prst="roundRect">
            <a:avLst>
              <a:gd name="adj" fmla="val 12766"/>
            </a:avLst>
          </a:prstGeom>
          <a:solidFill xmlns:a="http://schemas.openxmlformats.org/drawingml/2006/main">
            <a:srgbClr val="DDF4E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975A2F2-FD10-41C9-A12A-FBFC93F24D68}"/>
              </a:ext>
            </a:extLst>
          </p:cNvPr>
          <p:cNvSpPr>
            <a:spLocks xmlns:a="http://schemas.openxmlformats.org/drawingml/2006/main" noGrp="1"/>
          </p:cNvSpPr>
          <p:nvPr/>
        </p:nvSpPr>
        <p:spPr>
          <a:xfrm xmlns:a="http://schemas.openxmlformats.org/drawingml/2006/main">
            <a:off x="962025" y="50673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C403C"/>
                </a:solidFill>
                <a:latin typeface="Segoe UI"/>
                <a:ea typeface="Segoe UI"/>
                <a:cs typeface="Segoe UI"/>
              </a:defRPr>
            </a:defPPr>
            <a:lvl1pPr algn="l">
              <a:defRPr sz="1725" b="1">
                <a:solidFill>
                  <a:srgbClr val="0C403C"/>
                </a:solidFill>
                <a:latin typeface="Segoe UI"/>
                <a:ea typeface="Segoe UI"/>
                <a:cs typeface="Segoe UI"/>
              </a:defRPr>
            </a:lvl1pPr>
            <a:lvl2pPr algn="l">
              <a:defRPr sz="1725" b="1">
                <a:solidFill>
                  <a:srgbClr val="0C403C"/>
                </a:solidFill>
                <a:latin typeface="Segoe UI"/>
                <a:ea typeface="Segoe UI"/>
                <a:cs typeface="Segoe UI"/>
              </a:defRPr>
            </a:lvl2pPr>
            <a:lvl3pPr algn="l">
              <a:defRPr sz="1725" b="1">
                <a:solidFill>
                  <a:srgbClr val="0C403C"/>
                </a:solidFill>
                <a:latin typeface="Segoe UI"/>
                <a:ea typeface="Segoe UI"/>
                <a:cs typeface="Segoe UI"/>
              </a:defRPr>
            </a:lvl3pPr>
            <a:lvl4pPr algn="l">
              <a:defRPr sz="1725" b="1">
                <a:solidFill>
                  <a:srgbClr val="0C403C"/>
                </a:solidFill>
                <a:latin typeface="Segoe UI"/>
                <a:ea typeface="Segoe UI"/>
                <a:cs typeface="Segoe UI"/>
              </a:defRPr>
            </a:lvl4pPr>
            <a:lvl5pPr algn="l">
              <a:defRPr sz="1725" b="1">
                <a:solidFill>
                  <a:srgbClr val="0C403C"/>
                </a:solidFill>
                <a:latin typeface="Segoe UI"/>
                <a:ea typeface="Segoe UI"/>
                <a:cs typeface="Segoe UI"/>
              </a:defRPr>
            </a:lvl5pPr>
            <a:lvl6pPr algn="l">
              <a:defRPr sz="1725" b="1">
                <a:solidFill>
                  <a:srgbClr val="0C403C"/>
                </a:solidFill>
                <a:latin typeface="Segoe UI"/>
                <a:ea typeface="Segoe UI"/>
                <a:cs typeface="Segoe UI"/>
              </a:defRPr>
            </a:lvl6pPr>
            <a:lvl7pPr algn="l">
              <a:defRPr sz="1725" b="1">
                <a:solidFill>
                  <a:srgbClr val="0C403C"/>
                </a:solidFill>
                <a:latin typeface="Segoe UI"/>
                <a:ea typeface="Segoe UI"/>
                <a:cs typeface="Segoe UI"/>
              </a:defRPr>
            </a:lvl7pPr>
            <a:lvl8pPr algn="l">
              <a:defRPr sz="1725" b="1">
                <a:solidFill>
                  <a:srgbClr val="0C403C"/>
                </a:solidFill>
                <a:latin typeface="Segoe UI"/>
                <a:ea typeface="Segoe UI"/>
                <a:cs typeface="Segoe UI"/>
              </a:defRPr>
            </a:lvl8pPr>
            <a:lvl9pPr algn="l">
              <a:defRPr sz="1725" b="1">
                <a:solidFill>
                  <a:srgbClr val="0C403C"/>
                </a:solidFill>
                <a:latin typeface="Segoe UI"/>
                <a:ea typeface="Segoe UI"/>
                <a:cs typeface="Segoe UI"/>
              </a:defRPr>
            </a:lvl9pPr>
          </a:lstStyle>
          <a:p xmlns:a="http://schemas.openxmlformats.org/drawingml/2006/main">
            <a:pPr algn="l">
              <a:lnSpc>
                <a:spcPct val="108000"/>
              </a:lnSpc>
              <a:buNone/>
              <a:defRPr sz="1725" b="1">
                <a:solidFill>
                  <a:srgbClr val="0C403C"/>
                </a:solidFill>
                <a:latin typeface="Segoe UI"/>
                <a:ea typeface="Segoe UI"/>
                <a:cs typeface="Segoe UI"/>
              </a:defRPr>
            </a:pPr>
            <a:r>
              <a:rPr sz="1725" b="1">
                <a:solidFill>
                  <a:srgbClr val="0C403C"/>
                </a:solidFill>
                <a:latin typeface="Segoe UI"/>
                <a:ea typeface="Segoe UI"/>
                <a:cs typeface="Segoe UI"/>
              </a:rPr>
              <a:t>Bản cài Windows chứa giao diện. Core, Insight và PostgreSQL chạy như các dịch vụ riêng.</a:t>
            </a:r>
          </a:p>
        </p:txBody>
      </p:sp>
    </p:spTree>
    <p:extLst>
      <p:ext uri="{BB962C8B-B14F-4D97-AF65-F5344CB8AC3E}">
        <p14:creationId xmlns:p14="http://schemas.microsoft.com/office/powerpoint/2010/main" val="673830161"/>
      </p:ext>
    </p:extLst>
  </p:cSld>
</p:sld>
</file>

<file path=ppt/slides/slide5.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C9E22B6-93DF-4C7A-B395-4596DE945AEA}"/>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THIẾT KẾ HỆ THỐNG</a:t>
            </a:r>
          </a:p>
        </p:txBody>
      </p:sp>
      <p:sp>
        <p:nvSpPr>
          <p:cNvPr id="2" name="">
            <a:extLst xmlns:a="http://schemas.openxmlformats.org/drawingml/2006/main">
              <a:ext uri="{FF2B5EF4-FFF2-40B4-BE49-F238E27FC236}">
                <a16:creationId xmlns:a16="http://schemas.microsoft.com/office/drawing/2014/main" id="{BE8FA6D3-47A2-4FBC-A092-5F096B1652BB}"/>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Kiến trúc triển khai local</a:t>
            </a:r>
          </a:p>
        </p:txBody>
      </p:sp>
      <p:sp>
        <p:nvSpPr>
          <p:cNvPr id="3" name="">
            <a:extLst xmlns:a="http://schemas.openxmlformats.org/drawingml/2006/main">
              <a:ext uri="{FF2B5EF4-FFF2-40B4-BE49-F238E27FC236}">
                <a16:creationId xmlns:a16="http://schemas.microsoft.com/office/drawing/2014/main" id="{D25933B1-F66D-4887-9BE1-902C27A98341}"/>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A059D910-3E52-460F-A7E8-45870183EDD9}"/>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D0B2DC55-2628-431E-A1EA-899FB06E9430}"/>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05</a:t>
            </a:r>
          </a:p>
        </p:txBody>
      </p:sp>
      <p:sp>
        <p:nvSpPr>
          <p:cNvPr id="6" name="">
            <a:extLst xmlns:a="http://schemas.openxmlformats.org/drawingml/2006/main">
              <a:ext uri="{FF2B5EF4-FFF2-40B4-BE49-F238E27FC236}">
                <a16:creationId xmlns:a16="http://schemas.microsoft.com/office/drawing/2014/main" id="{5EFC622D-A743-43C3-AFED-6B0588590ECC}"/>
              </a:ext>
            </a:extLst>
          </p:cNvPr>
          <p:cNvSpPr>
            <a:spLocks xmlns:a="http://schemas.openxmlformats.org/drawingml/2006/main" noGrp="1"/>
          </p:cNvSpPr>
          <p:nvPr/>
        </p:nvSpPr>
        <p:spPr>
          <a:xfrm xmlns:a="http://schemas.openxmlformats.org/drawingml/2006/main">
            <a:off x="704850" y="2352675"/>
            <a:ext cx="228600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626879E4-7B0A-4C37-A2B0-777DA9E655A3}"/>
              </a:ext>
            </a:extLst>
          </p:cNvPr>
          <p:cNvSpPr>
            <a:spLocks xmlns:a="http://schemas.openxmlformats.org/drawingml/2006/main" noGrp="1"/>
          </p:cNvSpPr>
          <p:nvPr/>
        </p:nvSpPr>
        <p:spPr>
          <a:xfrm xmlns:a="http://schemas.openxmlformats.org/drawingml/2006/main">
            <a:off x="838200" y="2495550"/>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defRPr sz="1500" b="1">
                <a:solidFill>
                  <a:srgbClr val="17211F"/>
                </a:solidFill>
                <a:latin typeface="Segoe UI"/>
                <a:ea typeface="Segoe UI"/>
                <a:cs typeface="Segoe UI"/>
              </a:defRPr>
            </a:lvl1pPr>
            <a:lvl2pPr algn="ctr">
              <a:defRPr sz="1500" b="1">
                <a:solidFill>
                  <a:srgbClr val="17211F"/>
                </a:solidFill>
                <a:latin typeface="Segoe UI"/>
                <a:ea typeface="Segoe UI"/>
                <a:cs typeface="Segoe UI"/>
              </a:defRPr>
            </a:lvl2pPr>
            <a:lvl3pPr algn="ctr">
              <a:defRPr sz="1500" b="1">
                <a:solidFill>
                  <a:srgbClr val="17211F"/>
                </a:solidFill>
                <a:latin typeface="Segoe UI"/>
                <a:ea typeface="Segoe UI"/>
                <a:cs typeface="Segoe UI"/>
              </a:defRPr>
            </a:lvl3pPr>
            <a:lvl4pPr algn="ctr">
              <a:defRPr sz="1500" b="1">
                <a:solidFill>
                  <a:srgbClr val="17211F"/>
                </a:solidFill>
                <a:latin typeface="Segoe UI"/>
                <a:ea typeface="Segoe UI"/>
                <a:cs typeface="Segoe UI"/>
              </a:defRPr>
            </a:lvl4pPr>
            <a:lvl5pPr algn="ctr">
              <a:defRPr sz="1500" b="1">
                <a:solidFill>
                  <a:srgbClr val="17211F"/>
                </a:solidFill>
                <a:latin typeface="Segoe UI"/>
                <a:ea typeface="Segoe UI"/>
                <a:cs typeface="Segoe UI"/>
              </a:defRPr>
            </a:lvl5pPr>
            <a:lvl6pPr algn="ctr">
              <a:defRPr sz="1500" b="1">
                <a:solidFill>
                  <a:srgbClr val="17211F"/>
                </a:solidFill>
                <a:latin typeface="Segoe UI"/>
                <a:ea typeface="Segoe UI"/>
                <a:cs typeface="Segoe UI"/>
              </a:defRPr>
            </a:lvl6pPr>
            <a:lvl7pPr algn="ctr">
              <a:defRPr sz="1500" b="1">
                <a:solidFill>
                  <a:srgbClr val="17211F"/>
                </a:solidFill>
                <a:latin typeface="Segoe UI"/>
                <a:ea typeface="Segoe UI"/>
                <a:cs typeface="Segoe UI"/>
              </a:defRPr>
            </a:lvl7pPr>
            <a:lvl8pPr algn="ctr">
              <a:defRPr sz="1500" b="1">
                <a:solidFill>
                  <a:srgbClr val="17211F"/>
                </a:solidFill>
                <a:latin typeface="Segoe UI"/>
                <a:ea typeface="Segoe UI"/>
                <a:cs typeface="Segoe UI"/>
              </a:defRPr>
            </a:lvl8pPr>
            <a:lvl9pPr algn="ctr">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Ứng dụng Windows</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Tauri + React</a:t>
            </a:r>
          </a:p>
        </p:txBody>
      </p:sp>
      <p:sp>
        <p:nvSpPr>
          <p:cNvPr id="8" name="">
            <a:extLst xmlns:a="http://schemas.openxmlformats.org/drawingml/2006/main">
              <a:ext uri="{FF2B5EF4-FFF2-40B4-BE49-F238E27FC236}">
                <a16:creationId xmlns:a16="http://schemas.microsoft.com/office/drawing/2014/main" id="{A21F20B2-E332-4D90-80DD-82E02B07CB5B}"/>
              </a:ext>
            </a:extLst>
          </p:cNvPr>
          <p:cNvSpPr>
            <a:spLocks xmlns:a="http://schemas.openxmlformats.org/drawingml/2006/main" noGrp="1"/>
          </p:cNvSpPr>
          <p:nvPr/>
        </p:nvSpPr>
        <p:spPr>
          <a:xfrm xmlns:a="http://schemas.openxmlformats.org/drawingml/2006/main">
            <a:off x="4191000" y="1933575"/>
            <a:ext cx="28575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9" name="">
            <a:extLst xmlns:a="http://schemas.openxmlformats.org/drawingml/2006/main">
              <a:ext uri="{FF2B5EF4-FFF2-40B4-BE49-F238E27FC236}">
                <a16:creationId xmlns:a16="http://schemas.microsoft.com/office/drawing/2014/main" id="{FE1340E5-A6B9-4883-A6A0-FB24ACE13DF2}"/>
              </a:ext>
            </a:extLst>
          </p:cNvPr>
          <p:cNvSpPr>
            <a:spLocks xmlns:a="http://schemas.openxmlformats.org/drawingml/2006/main" noGrp="1"/>
          </p:cNvSpPr>
          <p:nvPr/>
        </p:nvSpPr>
        <p:spPr>
          <a:xfrm xmlns:a="http://schemas.openxmlformats.org/drawingml/2006/main">
            <a:off x="4324350" y="20764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8836"/>
          </a:bodyPr>
          <a:lstStyle xmlns:a="http://schemas.openxmlformats.org/drawingml/2006/main">
            <a:defPPr algn="ctr">
              <a:defRPr sz="1350" b="1">
                <a:solidFill>
                  <a:srgbClr val="17211F"/>
                </a:solidFill>
                <a:latin typeface="Segoe UI"/>
                <a:ea typeface="Segoe UI"/>
                <a:cs typeface="Segoe UI"/>
              </a:defRPr>
            </a:defPPr>
            <a:lvl1pPr algn="ctr">
              <a:defRPr sz="1350" b="1">
                <a:solidFill>
                  <a:srgbClr val="17211F"/>
                </a:solidFill>
                <a:latin typeface="Segoe UI"/>
                <a:ea typeface="Segoe UI"/>
                <a:cs typeface="Segoe UI"/>
              </a:defRPr>
            </a:lvl1pPr>
            <a:lvl2pPr algn="ctr">
              <a:defRPr sz="1350" b="1">
                <a:solidFill>
                  <a:srgbClr val="17211F"/>
                </a:solidFill>
                <a:latin typeface="Segoe UI"/>
                <a:ea typeface="Segoe UI"/>
                <a:cs typeface="Segoe UI"/>
              </a:defRPr>
            </a:lvl2pPr>
            <a:lvl3pPr algn="ctr">
              <a:defRPr sz="1350" b="1">
                <a:solidFill>
                  <a:srgbClr val="17211F"/>
                </a:solidFill>
                <a:latin typeface="Segoe UI"/>
                <a:ea typeface="Segoe UI"/>
                <a:cs typeface="Segoe UI"/>
              </a:defRPr>
            </a:lvl3pPr>
            <a:lvl4pPr algn="ctr">
              <a:defRPr sz="1350" b="1">
                <a:solidFill>
                  <a:srgbClr val="17211F"/>
                </a:solidFill>
                <a:latin typeface="Segoe UI"/>
                <a:ea typeface="Segoe UI"/>
                <a:cs typeface="Segoe UI"/>
              </a:defRPr>
            </a:lvl4pPr>
            <a:lvl5pPr algn="ctr">
              <a:defRPr sz="1350" b="1">
                <a:solidFill>
                  <a:srgbClr val="17211F"/>
                </a:solidFill>
                <a:latin typeface="Segoe UI"/>
                <a:ea typeface="Segoe UI"/>
                <a:cs typeface="Segoe UI"/>
              </a:defRPr>
            </a:lvl5pPr>
            <a:lvl6pPr algn="ctr">
              <a:defRPr sz="1350" b="1">
                <a:solidFill>
                  <a:srgbClr val="17211F"/>
                </a:solidFill>
                <a:latin typeface="Segoe UI"/>
                <a:ea typeface="Segoe UI"/>
                <a:cs typeface="Segoe UI"/>
              </a:defRPr>
            </a:lvl6pPr>
            <a:lvl7pPr algn="ctr">
              <a:defRPr sz="1350" b="1">
                <a:solidFill>
                  <a:srgbClr val="17211F"/>
                </a:solidFill>
                <a:latin typeface="Segoe UI"/>
                <a:ea typeface="Segoe UI"/>
                <a:cs typeface="Segoe UI"/>
              </a:defRPr>
            </a:lvl7pPr>
            <a:lvl8pPr algn="ctr">
              <a:defRPr sz="1350" b="1">
                <a:solidFill>
                  <a:srgbClr val="17211F"/>
                </a:solidFill>
                <a:latin typeface="Segoe UI"/>
                <a:ea typeface="Segoe UI"/>
                <a:cs typeface="Segoe UI"/>
              </a:defRPr>
            </a:lvl8pPr>
            <a:lvl9pPr algn="ctr">
              <a:defRPr sz="1350" b="1">
                <a:solidFill>
                  <a:srgbClr val="17211F"/>
                </a:solidFill>
                <a:latin typeface="Segoe UI"/>
                <a:ea typeface="Segoe UI"/>
                <a:cs typeface="Segoe UI"/>
              </a:defRPr>
            </a:lvl9pPr>
          </a:lstStyle>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Core Service</a:t>
            </a:r>
          </a:p>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Auth · Catalog · Loan · Inventory · Search</a:t>
            </a:r>
          </a:p>
        </p:txBody>
      </p:sp>
      <p:sp>
        <p:nvSpPr>
          <p:cNvPr id="10" name="">
            <a:extLst xmlns:a="http://schemas.openxmlformats.org/drawingml/2006/main">
              <a:ext uri="{FF2B5EF4-FFF2-40B4-BE49-F238E27FC236}">
                <a16:creationId xmlns:a16="http://schemas.microsoft.com/office/drawing/2014/main" id="{A8770766-9527-4469-BE0A-509985720125}"/>
              </a:ext>
            </a:extLst>
          </p:cNvPr>
          <p:cNvSpPr>
            <a:spLocks xmlns:a="http://schemas.openxmlformats.org/drawingml/2006/main" noGrp="1"/>
          </p:cNvSpPr>
          <p:nvPr/>
        </p:nvSpPr>
        <p:spPr>
          <a:xfrm xmlns:a="http://schemas.openxmlformats.org/drawingml/2006/main">
            <a:off x="4191000" y="3686175"/>
            <a:ext cx="28575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02E8A89B-13C1-4C1E-8661-A6B76C3A6828}"/>
              </a:ext>
            </a:extLst>
          </p:cNvPr>
          <p:cNvSpPr>
            <a:spLocks xmlns:a="http://schemas.openxmlformats.org/drawingml/2006/main" noGrp="1"/>
          </p:cNvSpPr>
          <p:nvPr/>
        </p:nvSpPr>
        <p:spPr>
          <a:xfrm xmlns:a="http://schemas.openxmlformats.org/drawingml/2006/main">
            <a:off x="4324350" y="38290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021"/>
          </a:bodyPr>
          <a:lstStyle xmlns:a="http://schemas.openxmlformats.org/drawingml/2006/main">
            <a:defPPr algn="ctr">
              <a:defRPr sz="1350" b="1">
                <a:solidFill>
                  <a:srgbClr val="17211F"/>
                </a:solidFill>
                <a:latin typeface="Segoe UI"/>
                <a:ea typeface="Segoe UI"/>
                <a:cs typeface="Segoe UI"/>
              </a:defRPr>
            </a:defPPr>
            <a:lvl1pPr algn="ctr">
              <a:defRPr sz="1350" b="1">
                <a:solidFill>
                  <a:srgbClr val="17211F"/>
                </a:solidFill>
                <a:latin typeface="Segoe UI"/>
                <a:ea typeface="Segoe UI"/>
                <a:cs typeface="Segoe UI"/>
              </a:defRPr>
            </a:lvl1pPr>
            <a:lvl2pPr algn="ctr">
              <a:defRPr sz="1350" b="1">
                <a:solidFill>
                  <a:srgbClr val="17211F"/>
                </a:solidFill>
                <a:latin typeface="Segoe UI"/>
                <a:ea typeface="Segoe UI"/>
                <a:cs typeface="Segoe UI"/>
              </a:defRPr>
            </a:lvl2pPr>
            <a:lvl3pPr algn="ctr">
              <a:defRPr sz="1350" b="1">
                <a:solidFill>
                  <a:srgbClr val="17211F"/>
                </a:solidFill>
                <a:latin typeface="Segoe UI"/>
                <a:ea typeface="Segoe UI"/>
                <a:cs typeface="Segoe UI"/>
              </a:defRPr>
            </a:lvl3pPr>
            <a:lvl4pPr algn="ctr">
              <a:defRPr sz="1350" b="1">
                <a:solidFill>
                  <a:srgbClr val="17211F"/>
                </a:solidFill>
                <a:latin typeface="Segoe UI"/>
                <a:ea typeface="Segoe UI"/>
                <a:cs typeface="Segoe UI"/>
              </a:defRPr>
            </a:lvl4pPr>
            <a:lvl5pPr algn="ctr">
              <a:defRPr sz="1350" b="1">
                <a:solidFill>
                  <a:srgbClr val="17211F"/>
                </a:solidFill>
                <a:latin typeface="Segoe UI"/>
                <a:ea typeface="Segoe UI"/>
                <a:cs typeface="Segoe UI"/>
              </a:defRPr>
            </a:lvl5pPr>
            <a:lvl6pPr algn="ctr">
              <a:defRPr sz="1350" b="1">
                <a:solidFill>
                  <a:srgbClr val="17211F"/>
                </a:solidFill>
                <a:latin typeface="Segoe UI"/>
                <a:ea typeface="Segoe UI"/>
                <a:cs typeface="Segoe UI"/>
              </a:defRPr>
            </a:lvl6pPr>
            <a:lvl7pPr algn="ctr">
              <a:defRPr sz="1350" b="1">
                <a:solidFill>
                  <a:srgbClr val="17211F"/>
                </a:solidFill>
                <a:latin typeface="Segoe UI"/>
                <a:ea typeface="Segoe UI"/>
                <a:cs typeface="Segoe UI"/>
              </a:defRPr>
            </a:lvl7pPr>
            <a:lvl8pPr algn="ctr">
              <a:defRPr sz="1350" b="1">
                <a:solidFill>
                  <a:srgbClr val="17211F"/>
                </a:solidFill>
                <a:latin typeface="Segoe UI"/>
                <a:ea typeface="Segoe UI"/>
                <a:cs typeface="Segoe UI"/>
              </a:defRPr>
            </a:lvl8pPr>
            <a:lvl9pPr algn="ctr">
              <a:defRPr sz="1350" b="1">
                <a:solidFill>
                  <a:srgbClr val="17211F"/>
                </a:solidFill>
                <a:latin typeface="Segoe UI"/>
                <a:ea typeface="Segoe UI"/>
                <a:cs typeface="Segoe UI"/>
              </a:defRPr>
            </a:lvl9pPr>
          </a:lstStyle>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Insight Service</a:t>
            </a:r>
          </a:p>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Metadata · History · Acquisition</a:t>
            </a:r>
          </a:p>
        </p:txBody>
      </p:sp>
      <p:sp>
        <p:nvSpPr>
          <p:cNvPr id="12" name="">
            <a:extLst xmlns:a="http://schemas.openxmlformats.org/drawingml/2006/main">
              <a:ext uri="{FF2B5EF4-FFF2-40B4-BE49-F238E27FC236}">
                <a16:creationId xmlns:a16="http://schemas.microsoft.com/office/drawing/2014/main" id="{4094DB5A-6158-4640-9CE6-7C3A8BDCA029}"/>
              </a:ext>
            </a:extLst>
          </p:cNvPr>
          <p:cNvSpPr>
            <a:spLocks xmlns:a="http://schemas.openxmlformats.org/drawingml/2006/main" noGrp="1"/>
          </p:cNvSpPr>
          <p:nvPr/>
        </p:nvSpPr>
        <p:spPr>
          <a:xfrm xmlns:a="http://schemas.openxmlformats.org/drawingml/2006/main">
            <a:off x="8315325" y="2352675"/>
            <a:ext cx="2886075"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13" name="">
            <a:extLst xmlns:a="http://schemas.openxmlformats.org/drawingml/2006/main">
              <a:ext uri="{FF2B5EF4-FFF2-40B4-BE49-F238E27FC236}">
                <a16:creationId xmlns:a16="http://schemas.microsoft.com/office/drawing/2014/main" id="{A195F36B-BDD9-46A8-A47A-9CF77CE36613}"/>
              </a:ext>
            </a:extLst>
          </p:cNvPr>
          <p:cNvSpPr>
            <a:spLocks xmlns:a="http://schemas.openxmlformats.org/drawingml/2006/main" noGrp="1"/>
          </p:cNvSpPr>
          <p:nvPr/>
        </p:nvSpPr>
        <p:spPr>
          <a:xfrm xmlns:a="http://schemas.openxmlformats.org/drawingml/2006/main">
            <a:off x="8448675" y="2495550"/>
            <a:ext cx="2619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defRPr sz="1500" b="1">
                <a:solidFill>
                  <a:srgbClr val="17211F"/>
                </a:solidFill>
                <a:latin typeface="Segoe UI"/>
                <a:ea typeface="Segoe UI"/>
                <a:cs typeface="Segoe UI"/>
              </a:defRPr>
            </a:lvl1pPr>
            <a:lvl2pPr algn="ctr">
              <a:defRPr sz="1500" b="1">
                <a:solidFill>
                  <a:srgbClr val="17211F"/>
                </a:solidFill>
                <a:latin typeface="Segoe UI"/>
                <a:ea typeface="Segoe UI"/>
                <a:cs typeface="Segoe UI"/>
              </a:defRPr>
            </a:lvl2pPr>
            <a:lvl3pPr algn="ctr">
              <a:defRPr sz="1500" b="1">
                <a:solidFill>
                  <a:srgbClr val="17211F"/>
                </a:solidFill>
                <a:latin typeface="Segoe UI"/>
                <a:ea typeface="Segoe UI"/>
                <a:cs typeface="Segoe UI"/>
              </a:defRPr>
            </a:lvl3pPr>
            <a:lvl4pPr algn="ctr">
              <a:defRPr sz="1500" b="1">
                <a:solidFill>
                  <a:srgbClr val="17211F"/>
                </a:solidFill>
                <a:latin typeface="Segoe UI"/>
                <a:ea typeface="Segoe UI"/>
                <a:cs typeface="Segoe UI"/>
              </a:defRPr>
            </a:lvl4pPr>
            <a:lvl5pPr algn="ctr">
              <a:defRPr sz="1500" b="1">
                <a:solidFill>
                  <a:srgbClr val="17211F"/>
                </a:solidFill>
                <a:latin typeface="Segoe UI"/>
                <a:ea typeface="Segoe UI"/>
                <a:cs typeface="Segoe UI"/>
              </a:defRPr>
            </a:lvl5pPr>
            <a:lvl6pPr algn="ctr">
              <a:defRPr sz="1500" b="1">
                <a:solidFill>
                  <a:srgbClr val="17211F"/>
                </a:solidFill>
                <a:latin typeface="Segoe UI"/>
                <a:ea typeface="Segoe UI"/>
                <a:cs typeface="Segoe UI"/>
              </a:defRPr>
            </a:lvl6pPr>
            <a:lvl7pPr algn="ctr">
              <a:defRPr sz="1500" b="1">
                <a:solidFill>
                  <a:srgbClr val="17211F"/>
                </a:solidFill>
                <a:latin typeface="Segoe UI"/>
                <a:ea typeface="Segoe UI"/>
                <a:cs typeface="Segoe UI"/>
              </a:defRPr>
            </a:lvl7pPr>
            <a:lvl8pPr algn="ctr">
              <a:defRPr sz="1500" b="1">
                <a:solidFill>
                  <a:srgbClr val="17211F"/>
                </a:solidFill>
                <a:latin typeface="Segoe UI"/>
                <a:ea typeface="Segoe UI"/>
                <a:cs typeface="Segoe UI"/>
              </a:defRPr>
            </a:lvl8pPr>
            <a:lvl9pPr algn="ctr">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PostgreSQL</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Core / Insight riêng</a:t>
            </a:r>
          </a:p>
        </p:txBody>
      </p:sp>
      <p:sp>
        <p:nvSpPr>
          <p:cNvPr id="14" name="">
            <a:extLst xmlns:a="http://schemas.openxmlformats.org/drawingml/2006/main">
              <a:ext uri="{FF2B5EF4-FFF2-40B4-BE49-F238E27FC236}">
                <a16:creationId xmlns:a16="http://schemas.microsoft.com/office/drawing/2014/main" id="{48677E60-64EA-4C2E-9DC6-4DF0B1033B99}"/>
              </a:ext>
            </a:extLst>
          </p:cNvPr>
          <p:cNvSpPr>
            <a:spLocks xmlns:a="http://schemas.openxmlformats.org/drawingml/2006/main" noGrp="1"/>
          </p:cNvSpPr>
          <p:nvPr/>
        </p:nvSpPr>
        <p:spPr>
          <a:xfrm xmlns:a="http://schemas.openxmlformats.org/drawingml/2006/main">
            <a:off x="2990850" y="269557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E647C2EA-EFF0-4A3A-9E60-507FD079B16B}"/>
              </a:ext>
            </a:extLst>
          </p:cNvPr>
          <p:cNvSpPr>
            <a:spLocks xmlns:a="http://schemas.openxmlformats.org/drawingml/2006/main" noGrp="1"/>
          </p:cNvSpPr>
          <p:nvPr/>
        </p:nvSpPr>
        <p:spPr>
          <a:xfrm xmlns:a="http://schemas.openxmlformats.org/drawingml/2006/main">
            <a:off x="3571875" y="2276475"/>
            <a:ext cx="0" cy="175260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5D08326C-FA24-4195-9538-2992AAF90DC8}"/>
              </a:ext>
            </a:extLst>
          </p:cNvPr>
          <p:cNvSpPr>
            <a:spLocks xmlns:a="http://schemas.openxmlformats.org/drawingml/2006/main" noGrp="1"/>
          </p:cNvSpPr>
          <p:nvPr/>
        </p:nvSpPr>
        <p:spPr>
          <a:xfrm xmlns:a="http://schemas.openxmlformats.org/drawingml/2006/main">
            <a:off x="3571875" y="2276475"/>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7" name="">
            <a:extLst xmlns:a="http://schemas.openxmlformats.org/drawingml/2006/main">
              <a:ext uri="{FF2B5EF4-FFF2-40B4-BE49-F238E27FC236}">
                <a16:creationId xmlns:a16="http://schemas.microsoft.com/office/drawing/2014/main" id="{08F488D2-3420-4D12-B4B7-8ABBF7B0C135}"/>
              </a:ext>
            </a:extLst>
          </p:cNvPr>
          <p:cNvSpPr>
            <a:spLocks xmlns:a="http://schemas.openxmlformats.org/drawingml/2006/main" noGrp="1"/>
          </p:cNvSpPr>
          <p:nvPr/>
        </p:nvSpPr>
        <p:spPr>
          <a:xfrm xmlns:a="http://schemas.openxmlformats.org/drawingml/2006/main">
            <a:off x="3571875" y="4029075"/>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8" name="">
            <a:extLst xmlns:a="http://schemas.openxmlformats.org/drawingml/2006/main">
              <a:ext uri="{FF2B5EF4-FFF2-40B4-BE49-F238E27FC236}">
                <a16:creationId xmlns:a16="http://schemas.microsoft.com/office/drawing/2014/main" id="{391EE782-347C-4466-A6A6-17BAE0A33969}"/>
              </a:ext>
            </a:extLst>
          </p:cNvPr>
          <p:cNvSpPr>
            <a:spLocks xmlns:a="http://schemas.openxmlformats.org/drawingml/2006/main" noGrp="1"/>
          </p:cNvSpPr>
          <p:nvPr/>
        </p:nvSpPr>
        <p:spPr>
          <a:xfrm xmlns:a="http://schemas.openxmlformats.org/drawingml/2006/main">
            <a:off x="7048500" y="2276475"/>
            <a:ext cx="85725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9" name="">
            <a:extLst xmlns:a="http://schemas.openxmlformats.org/drawingml/2006/main">
              <a:ext uri="{FF2B5EF4-FFF2-40B4-BE49-F238E27FC236}">
                <a16:creationId xmlns:a16="http://schemas.microsoft.com/office/drawing/2014/main" id="{8E6C19E2-D9DF-447B-96D2-86F79D9DE82C}"/>
              </a:ext>
            </a:extLst>
          </p:cNvPr>
          <p:cNvSpPr>
            <a:spLocks xmlns:a="http://schemas.openxmlformats.org/drawingml/2006/main" noGrp="1"/>
          </p:cNvSpPr>
          <p:nvPr/>
        </p:nvSpPr>
        <p:spPr>
          <a:xfrm xmlns:a="http://schemas.openxmlformats.org/drawingml/2006/main">
            <a:off x="7048500" y="4029075"/>
            <a:ext cx="85725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0" name="">
            <a:extLst xmlns:a="http://schemas.openxmlformats.org/drawingml/2006/main">
              <a:ext uri="{FF2B5EF4-FFF2-40B4-BE49-F238E27FC236}">
                <a16:creationId xmlns:a16="http://schemas.microsoft.com/office/drawing/2014/main" id="{CB569062-CF24-41EC-86C2-076B9A13AEDD}"/>
              </a:ext>
            </a:extLst>
          </p:cNvPr>
          <p:cNvSpPr>
            <a:spLocks xmlns:a="http://schemas.openxmlformats.org/drawingml/2006/main" noGrp="1"/>
          </p:cNvSpPr>
          <p:nvPr/>
        </p:nvSpPr>
        <p:spPr>
          <a:xfrm xmlns:a="http://schemas.openxmlformats.org/drawingml/2006/main">
            <a:off x="7905750" y="2276475"/>
            <a:ext cx="0" cy="175260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1" name="">
            <a:extLst xmlns:a="http://schemas.openxmlformats.org/drawingml/2006/main">
              <a:ext uri="{FF2B5EF4-FFF2-40B4-BE49-F238E27FC236}">
                <a16:creationId xmlns:a16="http://schemas.microsoft.com/office/drawing/2014/main" id="{9B215B82-768D-466A-8716-8A235CB5D1E3}"/>
              </a:ext>
            </a:extLst>
          </p:cNvPr>
          <p:cNvSpPr>
            <a:spLocks xmlns:a="http://schemas.openxmlformats.org/drawingml/2006/main" noGrp="1"/>
          </p:cNvSpPr>
          <p:nvPr/>
        </p:nvSpPr>
        <p:spPr>
          <a:xfrm xmlns:a="http://schemas.openxmlformats.org/drawingml/2006/main">
            <a:off x="7905750" y="2695575"/>
            <a:ext cx="4095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2" name="">
            <a:extLst xmlns:a="http://schemas.openxmlformats.org/drawingml/2006/main">
              <a:ext uri="{FF2B5EF4-FFF2-40B4-BE49-F238E27FC236}">
                <a16:creationId xmlns:a16="http://schemas.microsoft.com/office/drawing/2014/main" id="{5080A62E-31AD-45E6-B2FD-02A661A748C6}"/>
              </a:ext>
            </a:extLst>
          </p:cNvPr>
          <p:cNvSpPr>
            <a:spLocks xmlns:a="http://schemas.openxmlformats.org/drawingml/2006/main" noGrp="1"/>
          </p:cNvSpPr>
          <p:nvPr/>
        </p:nvSpPr>
        <p:spPr>
          <a:xfrm xmlns:a="http://schemas.openxmlformats.org/drawingml/2006/main">
            <a:off x="3000375" y="1952625"/>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0F766E"/>
                </a:solidFill>
                <a:latin typeface="Segoe UI"/>
                <a:ea typeface="Segoe UI"/>
                <a:cs typeface="Segoe UI"/>
              </a:defRPr>
            </a:defPPr>
            <a:lvl1pPr algn="l">
              <a:defRPr sz="1200" b="0">
                <a:solidFill>
                  <a:srgbClr val="0F766E"/>
                </a:solidFill>
                <a:latin typeface="Segoe UI"/>
                <a:ea typeface="Segoe UI"/>
                <a:cs typeface="Segoe UI"/>
              </a:defRPr>
            </a:lvl1pPr>
            <a:lvl2pPr algn="l">
              <a:defRPr sz="1200" b="0">
                <a:solidFill>
                  <a:srgbClr val="0F766E"/>
                </a:solidFill>
                <a:latin typeface="Segoe UI"/>
                <a:ea typeface="Segoe UI"/>
                <a:cs typeface="Segoe UI"/>
              </a:defRPr>
            </a:lvl2pPr>
            <a:lvl3pPr algn="l">
              <a:defRPr sz="1200" b="0">
                <a:solidFill>
                  <a:srgbClr val="0F766E"/>
                </a:solidFill>
                <a:latin typeface="Segoe UI"/>
                <a:ea typeface="Segoe UI"/>
                <a:cs typeface="Segoe UI"/>
              </a:defRPr>
            </a:lvl3pPr>
            <a:lvl4pPr algn="l">
              <a:defRPr sz="1200" b="0">
                <a:solidFill>
                  <a:srgbClr val="0F766E"/>
                </a:solidFill>
                <a:latin typeface="Segoe UI"/>
                <a:ea typeface="Segoe UI"/>
                <a:cs typeface="Segoe UI"/>
              </a:defRPr>
            </a:lvl4pPr>
            <a:lvl5pPr algn="l">
              <a:defRPr sz="1200" b="0">
                <a:solidFill>
                  <a:srgbClr val="0F766E"/>
                </a:solidFill>
                <a:latin typeface="Segoe UI"/>
                <a:ea typeface="Segoe UI"/>
                <a:cs typeface="Segoe UI"/>
              </a:defRPr>
            </a:lvl5pPr>
            <a:lvl6pPr algn="l">
              <a:defRPr sz="1200" b="0">
                <a:solidFill>
                  <a:srgbClr val="0F766E"/>
                </a:solidFill>
                <a:latin typeface="Segoe UI"/>
                <a:ea typeface="Segoe UI"/>
                <a:cs typeface="Segoe UI"/>
              </a:defRPr>
            </a:lvl6pPr>
            <a:lvl7pPr algn="l">
              <a:defRPr sz="1200" b="0">
                <a:solidFill>
                  <a:srgbClr val="0F766E"/>
                </a:solidFill>
                <a:latin typeface="Segoe UI"/>
                <a:ea typeface="Segoe UI"/>
                <a:cs typeface="Segoe UI"/>
              </a:defRPr>
            </a:lvl7pPr>
            <a:lvl8pPr algn="l">
              <a:defRPr sz="1200" b="0">
                <a:solidFill>
                  <a:srgbClr val="0F766E"/>
                </a:solidFill>
                <a:latin typeface="Segoe UI"/>
                <a:ea typeface="Segoe UI"/>
                <a:cs typeface="Segoe UI"/>
              </a:defRPr>
            </a:lvl8pPr>
            <a:lvl9pPr algn="l">
              <a:defRPr sz="1200" b="0">
                <a:solidFill>
                  <a:srgbClr val="0F766E"/>
                </a:solidFill>
                <a:latin typeface="Segoe UI"/>
                <a:ea typeface="Segoe UI"/>
                <a:cs typeface="Segoe UI"/>
              </a:defRPr>
            </a:lvl9pPr>
          </a:lstStyle>
          <a:p xmlns:a="http://schemas.openxmlformats.org/drawingml/2006/main">
            <a:pPr algn="l">
              <a:lnSpc>
                <a:spcPct val="108000"/>
              </a:lnSpc>
              <a:buNone/>
              <a:defRPr sz="1200" b="0">
                <a:solidFill>
                  <a:srgbClr val="0F766E"/>
                </a:solidFill>
                <a:latin typeface="Segoe UI"/>
                <a:ea typeface="Segoe UI"/>
                <a:cs typeface="Segoe UI"/>
              </a:defRPr>
            </a:pPr>
            <a:r>
              <a:rPr sz="1200" b="0">
                <a:solidFill>
                  <a:srgbClr val="0F766E"/>
                </a:solidFill>
                <a:latin typeface="Segoe UI"/>
                <a:ea typeface="Segoe UI"/>
                <a:cs typeface="Segoe UI"/>
              </a:rPr>
              <a:t>HTTP API</a:t>
            </a:r>
          </a:p>
        </p:txBody>
      </p:sp>
      <p:sp>
        <p:nvSpPr>
          <p:cNvPr id="23" name="">
            <a:extLst xmlns:a="http://schemas.openxmlformats.org/drawingml/2006/main">
              <a:ext uri="{FF2B5EF4-FFF2-40B4-BE49-F238E27FC236}">
                <a16:creationId xmlns:a16="http://schemas.microsoft.com/office/drawing/2014/main" id="{CB701C98-7B9C-4C0F-99F3-C7B617DFE88F}"/>
              </a:ext>
            </a:extLst>
          </p:cNvPr>
          <p:cNvSpPr>
            <a:spLocks xmlns:a="http://schemas.openxmlformats.org/drawingml/2006/main" noGrp="1"/>
          </p:cNvSpPr>
          <p:nvPr/>
        </p:nvSpPr>
        <p:spPr>
          <a:xfrm xmlns:a="http://schemas.openxmlformats.org/drawingml/2006/main">
            <a:off x="3000375" y="4171950"/>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0F766E"/>
                </a:solidFill>
                <a:latin typeface="Segoe UI"/>
                <a:ea typeface="Segoe UI"/>
                <a:cs typeface="Segoe UI"/>
              </a:defRPr>
            </a:defPPr>
            <a:lvl1pPr algn="l">
              <a:defRPr sz="1200" b="0">
                <a:solidFill>
                  <a:srgbClr val="0F766E"/>
                </a:solidFill>
                <a:latin typeface="Segoe UI"/>
                <a:ea typeface="Segoe UI"/>
                <a:cs typeface="Segoe UI"/>
              </a:defRPr>
            </a:lvl1pPr>
            <a:lvl2pPr algn="l">
              <a:defRPr sz="1200" b="0">
                <a:solidFill>
                  <a:srgbClr val="0F766E"/>
                </a:solidFill>
                <a:latin typeface="Segoe UI"/>
                <a:ea typeface="Segoe UI"/>
                <a:cs typeface="Segoe UI"/>
              </a:defRPr>
            </a:lvl2pPr>
            <a:lvl3pPr algn="l">
              <a:defRPr sz="1200" b="0">
                <a:solidFill>
                  <a:srgbClr val="0F766E"/>
                </a:solidFill>
                <a:latin typeface="Segoe UI"/>
                <a:ea typeface="Segoe UI"/>
                <a:cs typeface="Segoe UI"/>
              </a:defRPr>
            </a:lvl3pPr>
            <a:lvl4pPr algn="l">
              <a:defRPr sz="1200" b="0">
                <a:solidFill>
                  <a:srgbClr val="0F766E"/>
                </a:solidFill>
                <a:latin typeface="Segoe UI"/>
                <a:ea typeface="Segoe UI"/>
                <a:cs typeface="Segoe UI"/>
              </a:defRPr>
            </a:lvl4pPr>
            <a:lvl5pPr algn="l">
              <a:defRPr sz="1200" b="0">
                <a:solidFill>
                  <a:srgbClr val="0F766E"/>
                </a:solidFill>
                <a:latin typeface="Segoe UI"/>
                <a:ea typeface="Segoe UI"/>
                <a:cs typeface="Segoe UI"/>
              </a:defRPr>
            </a:lvl5pPr>
            <a:lvl6pPr algn="l">
              <a:defRPr sz="1200" b="0">
                <a:solidFill>
                  <a:srgbClr val="0F766E"/>
                </a:solidFill>
                <a:latin typeface="Segoe UI"/>
                <a:ea typeface="Segoe UI"/>
                <a:cs typeface="Segoe UI"/>
              </a:defRPr>
            </a:lvl6pPr>
            <a:lvl7pPr algn="l">
              <a:defRPr sz="1200" b="0">
                <a:solidFill>
                  <a:srgbClr val="0F766E"/>
                </a:solidFill>
                <a:latin typeface="Segoe UI"/>
                <a:ea typeface="Segoe UI"/>
                <a:cs typeface="Segoe UI"/>
              </a:defRPr>
            </a:lvl7pPr>
            <a:lvl8pPr algn="l">
              <a:defRPr sz="1200" b="0">
                <a:solidFill>
                  <a:srgbClr val="0F766E"/>
                </a:solidFill>
                <a:latin typeface="Segoe UI"/>
                <a:ea typeface="Segoe UI"/>
                <a:cs typeface="Segoe UI"/>
              </a:defRPr>
            </a:lvl8pPr>
            <a:lvl9pPr algn="l">
              <a:defRPr sz="1200" b="0">
                <a:solidFill>
                  <a:srgbClr val="0F766E"/>
                </a:solidFill>
                <a:latin typeface="Segoe UI"/>
                <a:ea typeface="Segoe UI"/>
                <a:cs typeface="Segoe UI"/>
              </a:defRPr>
            </a:lvl9pPr>
          </a:lstStyle>
          <a:p xmlns:a="http://schemas.openxmlformats.org/drawingml/2006/main">
            <a:pPr algn="l">
              <a:lnSpc>
                <a:spcPct val="108000"/>
              </a:lnSpc>
              <a:buNone/>
              <a:defRPr sz="1200" b="0">
                <a:solidFill>
                  <a:srgbClr val="0F766E"/>
                </a:solidFill>
                <a:latin typeface="Segoe UI"/>
                <a:ea typeface="Segoe UI"/>
                <a:cs typeface="Segoe UI"/>
              </a:defRPr>
            </a:pPr>
            <a:r>
              <a:rPr sz="1200" b="0">
                <a:solidFill>
                  <a:srgbClr val="0F766E"/>
                </a:solidFill>
                <a:latin typeface="Segoe UI"/>
                <a:ea typeface="Segoe UI"/>
                <a:cs typeface="Segoe UI"/>
              </a:rPr>
              <a:t>HTTP API</a:t>
            </a:r>
          </a:p>
        </p:txBody>
      </p:sp>
      <p:sp>
        <p:nvSpPr>
          <p:cNvPr id="24" name="">
            <a:extLst xmlns:a="http://schemas.openxmlformats.org/drawingml/2006/main">
              <a:ext uri="{FF2B5EF4-FFF2-40B4-BE49-F238E27FC236}">
                <a16:creationId xmlns:a16="http://schemas.microsoft.com/office/drawing/2014/main" id="{F6EED8D5-0269-41D3-BE83-C9867472AB0E}"/>
              </a:ext>
            </a:extLst>
          </p:cNvPr>
          <p:cNvSpPr>
            <a:spLocks xmlns:a="http://schemas.openxmlformats.org/drawingml/2006/main" noGrp="1"/>
          </p:cNvSpPr>
          <p:nvPr/>
        </p:nvSpPr>
        <p:spPr>
          <a:xfrm xmlns:a="http://schemas.openxmlformats.org/drawingml/2006/main">
            <a:off x="695325" y="5172075"/>
            <a:ext cx="10715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26660"/>
                </a:solidFill>
                <a:latin typeface="Segoe UI"/>
                <a:ea typeface="Segoe UI"/>
                <a:cs typeface="Segoe UI"/>
              </a:defRPr>
            </a:defPPr>
            <a:lvl1pPr algn="l">
              <a:defRPr sz="1800" b="0">
                <a:solidFill>
                  <a:srgbClr val="526660"/>
                </a:solidFill>
                <a:latin typeface="Segoe UI"/>
                <a:ea typeface="Segoe UI"/>
                <a:cs typeface="Segoe UI"/>
              </a:defRPr>
            </a:lvl1pPr>
            <a:lvl2pPr algn="l">
              <a:defRPr sz="1800" b="0">
                <a:solidFill>
                  <a:srgbClr val="526660"/>
                </a:solidFill>
                <a:latin typeface="Segoe UI"/>
                <a:ea typeface="Segoe UI"/>
                <a:cs typeface="Segoe UI"/>
              </a:defRPr>
            </a:lvl2pPr>
            <a:lvl3pPr algn="l">
              <a:defRPr sz="1800" b="0">
                <a:solidFill>
                  <a:srgbClr val="526660"/>
                </a:solidFill>
                <a:latin typeface="Segoe UI"/>
                <a:ea typeface="Segoe UI"/>
                <a:cs typeface="Segoe UI"/>
              </a:defRPr>
            </a:lvl3pPr>
            <a:lvl4pPr algn="l">
              <a:defRPr sz="1800" b="0">
                <a:solidFill>
                  <a:srgbClr val="526660"/>
                </a:solidFill>
                <a:latin typeface="Segoe UI"/>
                <a:ea typeface="Segoe UI"/>
                <a:cs typeface="Segoe UI"/>
              </a:defRPr>
            </a:lvl4pPr>
            <a:lvl5pPr algn="l">
              <a:defRPr sz="1800" b="0">
                <a:solidFill>
                  <a:srgbClr val="526660"/>
                </a:solidFill>
                <a:latin typeface="Segoe UI"/>
                <a:ea typeface="Segoe UI"/>
                <a:cs typeface="Segoe UI"/>
              </a:defRPr>
            </a:lvl5pPr>
            <a:lvl6pPr algn="l">
              <a:defRPr sz="1800" b="0">
                <a:solidFill>
                  <a:srgbClr val="526660"/>
                </a:solidFill>
                <a:latin typeface="Segoe UI"/>
                <a:ea typeface="Segoe UI"/>
                <a:cs typeface="Segoe UI"/>
              </a:defRPr>
            </a:lvl6pPr>
            <a:lvl7pPr algn="l">
              <a:defRPr sz="1800" b="0">
                <a:solidFill>
                  <a:srgbClr val="526660"/>
                </a:solidFill>
                <a:latin typeface="Segoe UI"/>
                <a:ea typeface="Segoe UI"/>
                <a:cs typeface="Segoe UI"/>
              </a:defRPr>
            </a:lvl7pPr>
            <a:lvl8pPr algn="l">
              <a:defRPr sz="1800" b="0">
                <a:solidFill>
                  <a:srgbClr val="526660"/>
                </a:solidFill>
                <a:latin typeface="Segoe UI"/>
                <a:ea typeface="Segoe UI"/>
                <a:cs typeface="Segoe UI"/>
              </a:defRPr>
            </a:lvl8pPr>
            <a:lvl9pPr algn="l">
              <a:defRPr sz="1800" b="0">
                <a:solidFill>
                  <a:srgbClr val="526660"/>
                </a:solidFill>
                <a:latin typeface="Segoe UI"/>
                <a:ea typeface="Segoe UI"/>
                <a:cs typeface="Segoe UI"/>
              </a:defRPr>
            </a:lvl9pPr>
          </a:lstStyle>
          <a:p xmlns:a="http://schemas.openxmlformats.org/drawingml/2006/main">
            <a:pPr algn="l">
              <a:lnSpc>
                <a:spcPct val="108000"/>
              </a:lnSpc>
              <a:buNone/>
              <a:defRPr sz="1800" b="0">
                <a:solidFill>
                  <a:srgbClr val="526660"/>
                </a:solidFill>
                <a:latin typeface="Segoe UI"/>
                <a:ea typeface="Segoe UI"/>
                <a:cs typeface="Segoe UI"/>
              </a:defRPr>
            </a:pPr>
            <a:r>
              <a:rPr sz="1800" b="0">
                <a:solidFill>
                  <a:srgbClr val="526660"/>
                </a:solidFill>
                <a:latin typeface="Segoe UI"/>
                <a:ea typeface="Segoe UI"/>
                <a:cs typeface="Segoe UI"/>
              </a:rPr>
              <a:t>Redis hỗ trợ trạng thái tạm; Kafka vận chuyển sự kiện giữa các dịch vụ.</a:t>
            </a:r>
          </a:p>
        </p:txBody>
      </p:sp>
    </p:spTree>
    <p:extLst>
      <p:ext uri="{BB962C8B-B14F-4D97-AF65-F5344CB8AC3E}">
        <p14:creationId xmlns:p14="http://schemas.microsoft.com/office/powerpoint/2010/main" val="1579842291"/>
      </p:ext>
    </p:extLst>
  </p:cSld>
</p:sld>
</file>

<file path=ppt/slides/slide6.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61E409D-4D45-4540-88E6-D02BAFC01BFF}"/>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THIẾT KẾ DỮ LIỆU</a:t>
            </a:r>
          </a:p>
        </p:txBody>
      </p:sp>
      <p:sp>
        <p:nvSpPr>
          <p:cNvPr id="2" name="">
            <a:extLst xmlns:a="http://schemas.openxmlformats.org/drawingml/2006/main">
              <a:ext uri="{FF2B5EF4-FFF2-40B4-BE49-F238E27FC236}">
                <a16:creationId xmlns:a16="http://schemas.microsoft.com/office/drawing/2014/main" id="{B005A17E-948A-464D-83E9-4CC72B0EFF93}"/>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Các quan hệ dữ liệu chính</a:t>
            </a:r>
          </a:p>
        </p:txBody>
      </p:sp>
      <p:sp>
        <p:nvSpPr>
          <p:cNvPr id="3" name="">
            <a:extLst xmlns:a="http://schemas.openxmlformats.org/drawingml/2006/main">
              <a:ext uri="{FF2B5EF4-FFF2-40B4-BE49-F238E27FC236}">
                <a16:creationId xmlns:a16="http://schemas.microsoft.com/office/drawing/2014/main" id="{384F09E1-98E5-4A5A-AAF3-CD161299A6C1}"/>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15FC28DB-4E5F-43EE-B1C6-7612C189E2C2}"/>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3F51CAC0-38D2-49A4-A4E7-5F5557D081CA}"/>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06</a:t>
            </a:r>
          </a:p>
        </p:txBody>
      </p:sp>
      <p:sp>
        <p:nvSpPr>
          <p:cNvPr id="6" name="">
            <a:extLst xmlns:a="http://schemas.openxmlformats.org/drawingml/2006/main">
              <a:ext uri="{FF2B5EF4-FFF2-40B4-BE49-F238E27FC236}">
                <a16:creationId xmlns:a16="http://schemas.microsoft.com/office/drawing/2014/main" id="{5226D44D-431E-40BF-8E73-26F40899098F}"/>
              </a:ext>
            </a:extLst>
          </p:cNvPr>
          <p:cNvSpPr>
            <a:spLocks xmlns:a="http://schemas.openxmlformats.org/drawingml/2006/main" noGrp="1"/>
          </p:cNvSpPr>
          <p:nvPr/>
        </p:nvSpPr>
        <p:spPr>
          <a:xfrm xmlns:a="http://schemas.openxmlformats.org/drawingml/2006/main">
            <a:off x="895350" y="2295525"/>
            <a:ext cx="18859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041C114D-F85B-4E10-AF7C-43B3A5C810C2}"/>
              </a:ext>
            </a:extLst>
          </p:cNvPr>
          <p:cNvSpPr>
            <a:spLocks xmlns:a="http://schemas.openxmlformats.org/drawingml/2006/main" noGrp="1"/>
          </p:cNvSpPr>
          <p:nvPr/>
        </p:nvSpPr>
        <p:spPr>
          <a:xfrm xmlns:a="http://schemas.openxmlformats.org/drawingml/2006/main">
            <a:off x="1028700"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defRPr sz="1875" b="1">
                <a:solidFill>
                  <a:srgbClr val="17211F"/>
                </a:solidFill>
                <a:latin typeface="Segoe UI"/>
                <a:ea typeface="Segoe UI"/>
                <a:cs typeface="Segoe UI"/>
              </a:defRPr>
            </a:lvl1pPr>
            <a:lvl2pPr algn="ctr">
              <a:defRPr sz="1875" b="1">
                <a:solidFill>
                  <a:srgbClr val="17211F"/>
                </a:solidFill>
                <a:latin typeface="Segoe UI"/>
                <a:ea typeface="Segoe UI"/>
                <a:cs typeface="Segoe UI"/>
              </a:defRPr>
            </a:lvl2pPr>
            <a:lvl3pPr algn="ctr">
              <a:defRPr sz="1875" b="1">
                <a:solidFill>
                  <a:srgbClr val="17211F"/>
                </a:solidFill>
                <a:latin typeface="Segoe UI"/>
                <a:ea typeface="Segoe UI"/>
                <a:cs typeface="Segoe UI"/>
              </a:defRPr>
            </a:lvl3pPr>
            <a:lvl4pPr algn="ctr">
              <a:defRPr sz="1875" b="1">
                <a:solidFill>
                  <a:srgbClr val="17211F"/>
                </a:solidFill>
                <a:latin typeface="Segoe UI"/>
                <a:ea typeface="Segoe UI"/>
                <a:cs typeface="Segoe UI"/>
              </a:defRPr>
            </a:lvl4pPr>
            <a:lvl5pPr algn="ctr">
              <a:defRPr sz="1875" b="1">
                <a:solidFill>
                  <a:srgbClr val="17211F"/>
                </a:solidFill>
                <a:latin typeface="Segoe UI"/>
                <a:ea typeface="Segoe UI"/>
                <a:cs typeface="Segoe UI"/>
              </a:defRPr>
            </a:lvl5pPr>
            <a:lvl6pPr algn="ctr">
              <a:defRPr sz="1875" b="1">
                <a:solidFill>
                  <a:srgbClr val="17211F"/>
                </a:solidFill>
                <a:latin typeface="Segoe UI"/>
                <a:ea typeface="Segoe UI"/>
                <a:cs typeface="Segoe UI"/>
              </a:defRPr>
            </a:lvl6pPr>
            <a:lvl7pPr algn="ctr">
              <a:defRPr sz="1875" b="1">
                <a:solidFill>
                  <a:srgbClr val="17211F"/>
                </a:solidFill>
                <a:latin typeface="Segoe UI"/>
                <a:ea typeface="Segoe UI"/>
                <a:cs typeface="Segoe UI"/>
              </a:defRPr>
            </a:lvl7pPr>
            <a:lvl8pPr algn="ctr">
              <a:defRPr sz="1875" b="1">
                <a:solidFill>
                  <a:srgbClr val="17211F"/>
                </a:solidFill>
                <a:latin typeface="Segoe UI"/>
                <a:ea typeface="Segoe UI"/>
                <a:cs typeface="Segoe UI"/>
              </a:defRPr>
            </a:lvl8pPr>
            <a:lvl9pPr algn="ctr">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Book</a:t>
            </a:r>
          </a:p>
        </p:txBody>
      </p:sp>
      <p:sp>
        <p:nvSpPr>
          <p:cNvPr id="8" name="">
            <a:extLst xmlns:a="http://schemas.openxmlformats.org/drawingml/2006/main">
              <a:ext uri="{FF2B5EF4-FFF2-40B4-BE49-F238E27FC236}">
                <a16:creationId xmlns:a16="http://schemas.microsoft.com/office/drawing/2014/main" id="{A1003DF6-BC37-497E-A775-F0B891064E84}"/>
              </a:ext>
            </a:extLst>
          </p:cNvPr>
          <p:cNvSpPr>
            <a:spLocks xmlns:a="http://schemas.openxmlformats.org/drawingml/2006/main" noGrp="1"/>
          </p:cNvSpPr>
          <p:nvPr/>
        </p:nvSpPr>
        <p:spPr>
          <a:xfrm xmlns:a="http://schemas.openxmlformats.org/drawingml/2006/main">
            <a:off x="3476625" y="2295525"/>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9" name="">
            <a:extLst xmlns:a="http://schemas.openxmlformats.org/drawingml/2006/main">
              <a:ext uri="{FF2B5EF4-FFF2-40B4-BE49-F238E27FC236}">
                <a16:creationId xmlns:a16="http://schemas.microsoft.com/office/drawing/2014/main" id="{9FD7D6F3-4943-42A1-8D7B-B9FF54D7DE99}"/>
              </a:ext>
            </a:extLst>
          </p:cNvPr>
          <p:cNvSpPr>
            <a:spLocks xmlns:a="http://schemas.openxmlformats.org/drawingml/2006/main" noGrp="1"/>
          </p:cNvSpPr>
          <p:nvPr/>
        </p:nvSpPr>
        <p:spPr>
          <a:xfrm xmlns:a="http://schemas.openxmlformats.org/drawingml/2006/main">
            <a:off x="3609975"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defRPr sz="1875" b="1">
                <a:solidFill>
                  <a:srgbClr val="17211F"/>
                </a:solidFill>
                <a:latin typeface="Segoe UI"/>
                <a:ea typeface="Segoe UI"/>
                <a:cs typeface="Segoe UI"/>
              </a:defRPr>
            </a:lvl1pPr>
            <a:lvl2pPr algn="ctr">
              <a:defRPr sz="1875" b="1">
                <a:solidFill>
                  <a:srgbClr val="17211F"/>
                </a:solidFill>
                <a:latin typeface="Segoe UI"/>
                <a:ea typeface="Segoe UI"/>
                <a:cs typeface="Segoe UI"/>
              </a:defRPr>
            </a:lvl2pPr>
            <a:lvl3pPr algn="ctr">
              <a:defRPr sz="1875" b="1">
                <a:solidFill>
                  <a:srgbClr val="17211F"/>
                </a:solidFill>
                <a:latin typeface="Segoe UI"/>
                <a:ea typeface="Segoe UI"/>
                <a:cs typeface="Segoe UI"/>
              </a:defRPr>
            </a:lvl3pPr>
            <a:lvl4pPr algn="ctr">
              <a:defRPr sz="1875" b="1">
                <a:solidFill>
                  <a:srgbClr val="17211F"/>
                </a:solidFill>
                <a:latin typeface="Segoe UI"/>
                <a:ea typeface="Segoe UI"/>
                <a:cs typeface="Segoe UI"/>
              </a:defRPr>
            </a:lvl4pPr>
            <a:lvl5pPr algn="ctr">
              <a:defRPr sz="1875" b="1">
                <a:solidFill>
                  <a:srgbClr val="17211F"/>
                </a:solidFill>
                <a:latin typeface="Segoe UI"/>
                <a:ea typeface="Segoe UI"/>
                <a:cs typeface="Segoe UI"/>
              </a:defRPr>
            </a:lvl5pPr>
            <a:lvl6pPr algn="ctr">
              <a:defRPr sz="1875" b="1">
                <a:solidFill>
                  <a:srgbClr val="17211F"/>
                </a:solidFill>
                <a:latin typeface="Segoe UI"/>
                <a:ea typeface="Segoe UI"/>
                <a:cs typeface="Segoe UI"/>
              </a:defRPr>
            </a:lvl6pPr>
            <a:lvl7pPr algn="ctr">
              <a:defRPr sz="1875" b="1">
                <a:solidFill>
                  <a:srgbClr val="17211F"/>
                </a:solidFill>
                <a:latin typeface="Segoe UI"/>
                <a:ea typeface="Segoe UI"/>
                <a:cs typeface="Segoe UI"/>
              </a:defRPr>
            </a:lvl7pPr>
            <a:lvl8pPr algn="ctr">
              <a:defRPr sz="1875" b="1">
                <a:solidFill>
                  <a:srgbClr val="17211F"/>
                </a:solidFill>
                <a:latin typeface="Segoe UI"/>
                <a:ea typeface="Segoe UI"/>
                <a:cs typeface="Segoe UI"/>
              </a:defRPr>
            </a:lvl8pPr>
            <a:lvl9pPr algn="ctr">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Edition</a:t>
            </a:r>
          </a:p>
        </p:txBody>
      </p:sp>
      <p:sp>
        <p:nvSpPr>
          <p:cNvPr id="10" name="">
            <a:extLst xmlns:a="http://schemas.openxmlformats.org/drawingml/2006/main">
              <a:ext uri="{FF2B5EF4-FFF2-40B4-BE49-F238E27FC236}">
                <a16:creationId xmlns:a16="http://schemas.microsoft.com/office/drawing/2014/main" id="{44B7F7A1-1CC6-41F2-B7F2-1FA9F57105A9}"/>
              </a:ext>
            </a:extLst>
          </p:cNvPr>
          <p:cNvSpPr>
            <a:spLocks xmlns:a="http://schemas.openxmlformats.org/drawingml/2006/main" noGrp="1"/>
          </p:cNvSpPr>
          <p:nvPr/>
        </p:nvSpPr>
        <p:spPr>
          <a:xfrm xmlns:a="http://schemas.openxmlformats.org/drawingml/2006/main">
            <a:off x="6057900" y="2295525"/>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0F504C1D-C0C1-4278-AE73-4CFB8A1E1CCE}"/>
              </a:ext>
            </a:extLst>
          </p:cNvPr>
          <p:cNvSpPr>
            <a:spLocks xmlns:a="http://schemas.openxmlformats.org/drawingml/2006/main" noGrp="1"/>
          </p:cNvSpPr>
          <p:nvPr/>
        </p:nvSpPr>
        <p:spPr>
          <a:xfrm xmlns:a="http://schemas.openxmlformats.org/drawingml/2006/main">
            <a:off x="6191250"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defRPr sz="1875" b="1">
                <a:solidFill>
                  <a:srgbClr val="17211F"/>
                </a:solidFill>
                <a:latin typeface="Segoe UI"/>
                <a:ea typeface="Segoe UI"/>
                <a:cs typeface="Segoe UI"/>
              </a:defRPr>
            </a:lvl1pPr>
            <a:lvl2pPr algn="ctr">
              <a:defRPr sz="1875" b="1">
                <a:solidFill>
                  <a:srgbClr val="17211F"/>
                </a:solidFill>
                <a:latin typeface="Segoe UI"/>
                <a:ea typeface="Segoe UI"/>
                <a:cs typeface="Segoe UI"/>
              </a:defRPr>
            </a:lvl2pPr>
            <a:lvl3pPr algn="ctr">
              <a:defRPr sz="1875" b="1">
                <a:solidFill>
                  <a:srgbClr val="17211F"/>
                </a:solidFill>
                <a:latin typeface="Segoe UI"/>
                <a:ea typeface="Segoe UI"/>
                <a:cs typeface="Segoe UI"/>
              </a:defRPr>
            </a:lvl3pPr>
            <a:lvl4pPr algn="ctr">
              <a:defRPr sz="1875" b="1">
                <a:solidFill>
                  <a:srgbClr val="17211F"/>
                </a:solidFill>
                <a:latin typeface="Segoe UI"/>
                <a:ea typeface="Segoe UI"/>
                <a:cs typeface="Segoe UI"/>
              </a:defRPr>
            </a:lvl4pPr>
            <a:lvl5pPr algn="ctr">
              <a:defRPr sz="1875" b="1">
                <a:solidFill>
                  <a:srgbClr val="17211F"/>
                </a:solidFill>
                <a:latin typeface="Segoe UI"/>
                <a:ea typeface="Segoe UI"/>
                <a:cs typeface="Segoe UI"/>
              </a:defRPr>
            </a:lvl5pPr>
            <a:lvl6pPr algn="ctr">
              <a:defRPr sz="1875" b="1">
                <a:solidFill>
                  <a:srgbClr val="17211F"/>
                </a:solidFill>
                <a:latin typeface="Segoe UI"/>
                <a:ea typeface="Segoe UI"/>
                <a:cs typeface="Segoe UI"/>
              </a:defRPr>
            </a:lvl6pPr>
            <a:lvl7pPr algn="ctr">
              <a:defRPr sz="1875" b="1">
                <a:solidFill>
                  <a:srgbClr val="17211F"/>
                </a:solidFill>
                <a:latin typeface="Segoe UI"/>
                <a:ea typeface="Segoe UI"/>
                <a:cs typeface="Segoe UI"/>
              </a:defRPr>
            </a:lvl7pPr>
            <a:lvl8pPr algn="ctr">
              <a:defRPr sz="1875" b="1">
                <a:solidFill>
                  <a:srgbClr val="17211F"/>
                </a:solidFill>
                <a:latin typeface="Segoe UI"/>
                <a:ea typeface="Segoe UI"/>
                <a:cs typeface="Segoe UI"/>
              </a:defRPr>
            </a:lvl8pPr>
            <a:lvl9pPr algn="ctr">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BookCopy</a:t>
            </a:r>
          </a:p>
        </p:txBody>
      </p:sp>
      <p:sp>
        <p:nvSpPr>
          <p:cNvPr id="12" name="">
            <a:extLst xmlns:a="http://schemas.openxmlformats.org/drawingml/2006/main">
              <a:ext uri="{FF2B5EF4-FFF2-40B4-BE49-F238E27FC236}">
                <a16:creationId xmlns:a16="http://schemas.microsoft.com/office/drawing/2014/main" id="{53C3F52F-5F13-416B-BCFA-00FF40C8E246}"/>
              </a:ext>
            </a:extLst>
          </p:cNvPr>
          <p:cNvSpPr>
            <a:spLocks xmlns:a="http://schemas.openxmlformats.org/drawingml/2006/main" noGrp="1"/>
          </p:cNvSpPr>
          <p:nvPr/>
        </p:nvSpPr>
        <p:spPr>
          <a:xfrm xmlns:a="http://schemas.openxmlformats.org/drawingml/2006/main">
            <a:off x="2781300" y="2638425"/>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3" name="">
            <a:extLst xmlns:a="http://schemas.openxmlformats.org/drawingml/2006/main">
              <a:ext uri="{FF2B5EF4-FFF2-40B4-BE49-F238E27FC236}">
                <a16:creationId xmlns:a16="http://schemas.microsoft.com/office/drawing/2014/main" id="{00A0857D-B64A-4BDC-96FC-B05E161CE5D2}"/>
              </a:ext>
            </a:extLst>
          </p:cNvPr>
          <p:cNvSpPr>
            <a:spLocks xmlns:a="http://schemas.openxmlformats.org/drawingml/2006/main" noGrp="1"/>
          </p:cNvSpPr>
          <p:nvPr/>
        </p:nvSpPr>
        <p:spPr>
          <a:xfrm xmlns:a="http://schemas.openxmlformats.org/drawingml/2006/main">
            <a:off x="5362575" y="2638425"/>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4" name="">
            <a:extLst xmlns:a="http://schemas.openxmlformats.org/drawingml/2006/main">
              <a:ext uri="{FF2B5EF4-FFF2-40B4-BE49-F238E27FC236}">
                <a16:creationId xmlns:a16="http://schemas.microsoft.com/office/drawing/2014/main" id="{BC0DE26E-7046-4889-9F7F-6336474ACE2B}"/>
              </a:ext>
            </a:extLst>
          </p:cNvPr>
          <p:cNvSpPr>
            <a:spLocks xmlns:a="http://schemas.openxmlformats.org/drawingml/2006/main" noGrp="1"/>
          </p:cNvSpPr>
          <p:nvPr/>
        </p:nvSpPr>
        <p:spPr>
          <a:xfrm xmlns:a="http://schemas.openxmlformats.org/drawingml/2006/main">
            <a:off x="895350" y="4057650"/>
            <a:ext cx="18859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15" name="">
            <a:extLst xmlns:a="http://schemas.openxmlformats.org/drawingml/2006/main">
              <a:ext uri="{FF2B5EF4-FFF2-40B4-BE49-F238E27FC236}">
                <a16:creationId xmlns:a16="http://schemas.microsoft.com/office/drawing/2014/main" id="{49533184-3521-4903-A174-3B221BB6857A}"/>
              </a:ext>
            </a:extLst>
          </p:cNvPr>
          <p:cNvSpPr>
            <a:spLocks xmlns:a="http://schemas.openxmlformats.org/drawingml/2006/main" noGrp="1"/>
          </p:cNvSpPr>
          <p:nvPr/>
        </p:nvSpPr>
        <p:spPr>
          <a:xfrm xmlns:a="http://schemas.openxmlformats.org/drawingml/2006/main">
            <a:off x="1028700"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defRPr sz="1875" b="1">
                <a:solidFill>
                  <a:srgbClr val="17211F"/>
                </a:solidFill>
                <a:latin typeface="Segoe UI"/>
                <a:ea typeface="Segoe UI"/>
                <a:cs typeface="Segoe UI"/>
              </a:defRPr>
            </a:lvl1pPr>
            <a:lvl2pPr algn="ctr">
              <a:defRPr sz="1875" b="1">
                <a:solidFill>
                  <a:srgbClr val="17211F"/>
                </a:solidFill>
                <a:latin typeface="Segoe UI"/>
                <a:ea typeface="Segoe UI"/>
                <a:cs typeface="Segoe UI"/>
              </a:defRPr>
            </a:lvl2pPr>
            <a:lvl3pPr algn="ctr">
              <a:defRPr sz="1875" b="1">
                <a:solidFill>
                  <a:srgbClr val="17211F"/>
                </a:solidFill>
                <a:latin typeface="Segoe UI"/>
                <a:ea typeface="Segoe UI"/>
                <a:cs typeface="Segoe UI"/>
              </a:defRPr>
            </a:lvl3pPr>
            <a:lvl4pPr algn="ctr">
              <a:defRPr sz="1875" b="1">
                <a:solidFill>
                  <a:srgbClr val="17211F"/>
                </a:solidFill>
                <a:latin typeface="Segoe UI"/>
                <a:ea typeface="Segoe UI"/>
                <a:cs typeface="Segoe UI"/>
              </a:defRPr>
            </a:lvl4pPr>
            <a:lvl5pPr algn="ctr">
              <a:defRPr sz="1875" b="1">
                <a:solidFill>
                  <a:srgbClr val="17211F"/>
                </a:solidFill>
                <a:latin typeface="Segoe UI"/>
                <a:ea typeface="Segoe UI"/>
                <a:cs typeface="Segoe UI"/>
              </a:defRPr>
            </a:lvl5pPr>
            <a:lvl6pPr algn="ctr">
              <a:defRPr sz="1875" b="1">
                <a:solidFill>
                  <a:srgbClr val="17211F"/>
                </a:solidFill>
                <a:latin typeface="Segoe UI"/>
                <a:ea typeface="Segoe UI"/>
                <a:cs typeface="Segoe UI"/>
              </a:defRPr>
            </a:lvl6pPr>
            <a:lvl7pPr algn="ctr">
              <a:defRPr sz="1875" b="1">
                <a:solidFill>
                  <a:srgbClr val="17211F"/>
                </a:solidFill>
                <a:latin typeface="Segoe UI"/>
                <a:ea typeface="Segoe UI"/>
                <a:cs typeface="Segoe UI"/>
              </a:defRPr>
            </a:lvl7pPr>
            <a:lvl8pPr algn="ctr">
              <a:defRPr sz="1875" b="1">
                <a:solidFill>
                  <a:srgbClr val="17211F"/>
                </a:solidFill>
                <a:latin typeface="Segoe UI"/>
                <a:ea typeface="Segoe UI"/>
                <a:cs typeface="Segoe UI"/>
              </a:defRPr>
            </a:lvl8pPr>
            <a:lvl9pPr algn="ctr">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Reader</a:t>
            </a:r>
          </a:p>
        </p:txBody>
      </p:sp>
      <p:sp>
        <p:nvSpPr>
          <p:cNvPr id="16" name="">
            <a:extLst xmlns:a="http://schemas.openxmlformats.org/drawingml/2006/main">
              <a:ext uri="{FF2B5EF4-FFF2-40B4-BE49-F238E27FC236}">
                <a16:creationId xmlns:a16="http://schemas.microsoft.com/office/drawing/2014/main" id="{392C6ADD-91F6-446F-BCC0-CD579599D593}"/>
              </a:ext>
            </a:extLst>
          </p:cNvPr>
          <p:cNvSpPr>
            <a:spLocks xmlns:a="http://schemas.openxmlformats.org/drawingml/2006/main" noGrp="1"/>
          </p:cNvSpPr>
          <p:nvPr/>
        </p:nvSpPr>
        <p:spPr>
          <a:xfrm xmlns:a="http://schemas.openxmlformats.org/drawingml/2006/main">
            <a:off x="3476625" y="4057650"/>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7" name="">
            <a:extLst xmlns:a="http://schemas.openxmlformats.org/drawingml/2006/main">
              <a:ext uri="{FF2B5EF4-FFF2-40B4-BE49-F238E27FC236}">
                <a16:creationId xmlns:a16="http://schemas.microsoft.com/office/drawing/2014/main" id="{1B3F1EB1-2680-49D8-800F-5D6F54B65A5D}"/>
              </a:ext>
            </a:extLst>
          </p:cNvPr>
          <p:cNvSpPr>
            <a:spLocks xmlns:a="http://schemas.openxmlformats.org/drawingml/2006/main" noGrp="1"/>
          </p:cNvSpPr>
          <p:nvPr/>
        </p:nvSpPr>
        <p:spPr>
          <a:xfrm xmlns:a="http://schemas.openxmlformats.org/drawingml/2006/main">
            <a:off x="3609975"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defRPr sz="1875" b="1">
                <a:solidFill>
                  <a:srgbClr val="17211F"/>
                </a:solidFill>
                <a:latin typeface="Segoe UI"/>
                <a:ea typeface="Segoe UI"/>
                <a:cs typeface="Segoe UI"/>
              </a:defRPr>
            </a:lvl1pPr>
            <a:lvl2pPr algn="ctr">
              <a:defRPr sz="1875" b="1">
                <a:solidFill>
                  <a:srgbClr val="17211F"/>
                </a:solidFill>
                <a:latin typeface="Segoe UI"/>
                <a:ea typeface="Segoe UI"/>
                <a:cs typeface="Segoe UI"/>
              </a:defRPr>
            </a:lvl2pPr>
            <a:lvl3pPr algn="ctr">
              <a:defRPr sz="1875" b="1">
                <a:solidFill>
                  <a:srgbClr val="17211F"/>
                </a:solidFill>
                <a:latin typeface="Segoe UI"/>
                <a:ea typeface="Segoe UI"/>
                <a:cs typeface="Segoe UI"/>
              </a:defRPr>
            </a:lvl3pPr>
            <a:lvl4pPr algn="ctr">
              <a:defRPr sz="1875" b="1">
                <a:solidFill>
                  <a:srgbClr val="17211F"/>
                </a:solidFill>
                <a:latin typeface="Segoe UI"/>
                <a:ea typeface="Segoe UI"/>
                <a:cs typeface="Segoe UI"/>
              </a:defRPr>
            </a:lvl4pPr>
            <a:lvl5pPr algn="ctr">
              <a:defRPr sz="1875" b="1">
                <a:solidFill>
                  <a:srgbClr val="17211F"/>
                </a:solidFill>
                <a:latin typeface="Segoe UI"/>
                <a:ea typeface="Segoe UI"/>
                <a:cs typeface="Segoe UI"/>
              </a:defRPr>
            </a:lvl5pPr>
            <a:lvl6pPr algn="ctr">
              <a:defRPr sz="1875" b="1">
                <a:solidFill>
                  <a:srgbClr val="17211F"/>
                </a:solidFill>
                <a:latin typeface="Segoe UI"/>
                <a:ea typeface="Segoe UI"/>
                <a:cs typeface="Segoe UI"/>
              </a:defRPr>
            </a:lvl6pPr>
            <a:lvl7pPr algn="ctr">
              <a:defRPr sz="1875" b="1">
                <a:solidFill>
                  <a:srgbClr val="17211F"/>
                </a:solidFill>
                <a:latin typeface="Segoe UI"/>
                <a:ea typeface="Segoe UI"/>
                <a:cs typeface="Segoe UI"/>
              </a:defRPr>
            </a:lvl7pPr>
            <a:lvl8pPr algn="ctr">
              <a:defRPr sz="1875" b="1">
                <a:solidFill>
                  <a:srgbClr val="17211F"/>
                </a:solidFill>
                <a:latin typeface="Segoe UI"/>
                <a:ea typeface="Segoe UI"/>
                <a:cs typeface="Segoe UI"/>
              </a:defRPr>
            </a:lvl8pPr>
            <a:lvl9pPr algn="ctr">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Loan</a:t>
            </a:r>
          </a:p>
        </p:txBody>
      </p:sp>
      <p:sp>
        <p:nvSpPr>
          <p:cNvPr id="18" name="">
            <a:extLst xmlns:a="http://schemas.openxmlformats.org/drawingml/2006/main">
              <a:ext uri="{FF2B5EF4-FFF2-40B4-BE49-F238E27FC236}">
                <a16:creationId xmlns:a16="http://schemas.microsoft.com/office/drawing/2014/main" id="{38A2B7B3-F0EF-459A-A7D0-446631B4491A}"/>
              </a:ext>
            </a:extLst>
          </p:cNvPr>
          <p:cNvSpPr>
            <a:spLocks xmlns:a="http://schemas.openxmlformats.org/drawingml/2006/main" noGrp="1"/>
          </p:cNvSpPr>
          <p:nvPr/>
        </p:nvSpPr>
        <p:spPr>
          <a:xfrm xmlns:a="http://schemas.openxmlformats.org/drawingml/2006/main">
            <a:off x="6057900" y="4057650"/>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9" name="">
            <a:extLst xmlns:a="http://schemas.openxmlformats.org/drawingml/2006/main">
              <a:ext uri="{FF2B5EF4-FFF2-40B4-BE49-F238E27FC236}">
                <a16:creationId xmlns:a16="http://schemas.microsoft.com/office/drawing/2014/main" id="{BF153A0C-FDDD-4ECE-A38F-C7E893AF8772}"/>
              </a:ext>
            </a:extLst>
          </p:cNvPr>
          <p:cNvSpPr>
            <a:spLocks xmlns:a="http://schemas.openxmlformats.org/drawingml/2006/main" noGrp="1"/>
          </p:cNvSpPr>
          <p:nvPr/>
        </p:nvSpPr>
        <p:spPr>
          <a:xfrm xmlns:a="http://schemas.openxmlformats.org/drawingml/2006/main">
            <a:off x="6191250"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defRPr sz="1875" b="1">
                <a:solidFill>
                  <a:srgbClr val="17211F"/>
                </a:solidFill>
                <a:latin typeface="Segoe UI"/>
                <a:ea typeface="Segoe UI"/>
                <a:cs typeface="Segoe UI"/>
              </a:defRPr>
            </a:lvl1pPr>
            <a:lvl2pPr algn="ctr">
              <a:defRPr sz="1875" b="1">
                <a:solidFill>
                  <a:srgbClr val="17211F"/>
                </a:solidFill>
                <a:latin typeface="Segoe UI"/>
                <a:ea typeface="Segoe UI"/>
                <a:cs typeface="Segoe UI"/>
              </a:defRPr>
            </a:lvl2pPr>
            <a:lvl3pPr algn="ctr">
              <a:defRPr sz="1875" b="1">
                <a:solidFill>
                  <a:srgbClr val="17211F"/>
                </a:solidFill>
                <a:latin typeface="Segoe UI"/>
                <a:ea typeface="Segoe UI"/>
                <a:cs typeface="Segoe UI"/>
              </a:defRPr>
            </a:lvl3pPr>
            <a:lvl4pPr algn="ctr">
              <a:defRPr sz="1875" b="1">
                <a:solidFill>
                  <a:srgbClr val="17211F"/>
                </a:solidFill>
                <a:latin typeface="Segoe UI"/>
                <a:ea typeface="Segoe UI"/>
                <a:cs typeface="Segoe UI"/>
              </a:defRPr>
            </a:lvl4pPr>
            <a:lvl5pPr algn="ctr">
              <a:defRPr sz="1875" b="1">
                <a:solidFill>
                  <a:srgbClr val="17211F"/>
                </a:solidFill>
                <a:latin typeface="Segoe UI"/>
                <a:ea typeface="Segoe UI"/>
                <a:cs typeface="Segoe UI"/>
              </a:defRPr>
            </a:lvl5pPr>
            <a:lvl6pPr algn="ctr">
              <a:defRPr sz="1875" b="1">
                <a:solidFill>
                  <a:srgbClr val="17211F"/>
                </a:solidFill>
                <a:latin typeface="Segoe UI"/>
                <a:ea typeface="Segoe UI"/>
                <a:cs typeface="Segoe UI"/>
              </a:defRPr>
            </a:lvl6pPr>
            <a:lvl7pPr algn="ctr">
              <a:defRPr sz="1875" b="1">
                <a:solidFill>
                  <a:srgbClr val="17211F"/>
                </a:solidFill>
                <a:latin typeface="Segoe UI"/>
                <a:ea typeface="Segoe UI"/>
                <a:cs typeface="Segoe UI"/>
              </a:defRPr>
            </a:lvl7pPr>
            <a:lvl8pPr algn="ctr">
              <a:defRPr sz="1875" b="1">
                <a:solidFill>
                  <a:srgbClr val="17211F"/>
                </a:solidFill>
                <a:latin typeface="Segoe UI"/>
                <a:ea typeface="Segoe UI"/>
                <a:cs typeface="Segoe UI"/>
              </a:defRPr>
            </a:lvl8pPr>
            <a:lvl9pPr algn="ctr">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Hold</a:t>
            </a:r>
          </a:p>
        </p:txBody>
      </p:sp>
      <p:sp>
        <p:nvSpPr>
          <p:cNvPr id="20" name="">
            <a:extLst xmlns:a="http://schemas.openxmlformats.org/drawingml/2006/main">
              <a:ext uri="{FF2B5EF4-FFF2-40B4-BE49-F238E27FC236}">
                <a16:creationId xmlns:a16="http://schemas.microsoft.com/office/drawing/2014/main" id="{9B0FDB2D-2D7B-48F5-AB13-C26B14E75FBF}"/>
              </a:ext>
            </a:extLst>
          </p:cNvPr>
          <p:cNvSpPr>
            <a:spLocks xmlns:a="http://schemas.openxmlformats.org/drawingml/2006/main" noGrp="1"/>
          </p:cNvSpPr>
          <p:nvPr/>
        </p:nvSpPr>
        <p:spPr>
          <a:xfrm xmlns:a="http://schemas.openxmlformats.org/drawingml/2006/main">
            <a:off x="2781300" y="4400550"/>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1" name="">
            <a:extLst xmlns:a="http://schemas.openxmlformats.org/drawingml/2006/main">
              <a:ext uri="{FF2B5EF4-FFF2-40B4-BE49-F238E27FC236}">
                <a16:creationId xmlns:a16="http://schemas.microsoft.com/office/drawing/2014/main" id="{BF89588D-9B14-488C-8EB0-EBC5E1A20275}"/>
              </a:ext>
            </a:extLst>
          </p:cNvPr>
          <p:cNvSpPr>
            <a:spLocks xmlns:a="http://schemas.openxmlformats.org/drawingml/2006/main" noGrp="1"/>
          </p:cNvSpPr>
          <p:nvPr/>
        </p:nvSpPr>
        <p:spPr>
          <a:xfrm xmlns:a="http://schemas.openxmlformats.org/drawingml/2006/main">
            <a:off x="8239125" y="2333625"/>
            <a:ext cx="2857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defRPr sz="1800" b="0">
                <a:solidFill>
                  <a:srgbClr val="17211F"/>
                </a:solidFill>
                <a:latin typeface="Segoe UI"/>
                <a:ea typeface="Segoe UI"/>
                <a:cs typeface="Segoe UI"/>
              </a:defRPr>
            </a:lvl1pPr>
            <a:lvl2pPr algn="l">
              <a:defRPr sz="1800" b="0">
                <a:solidFill>
                  <a:srgbClr val="17211F"/>
                </a:solidFill>
                <a:latin typeface="Segoe UI"/>
                <a:ea typeface="Segoe UI"/>
                <a:cs typeface="Segoe UI"/>
              </a:defRPr>
            </a:lvl2pPr>
            <a:lvl3pPr algn="l">
              <a:defRPr sz="1800" b="0">
                <a:solidFill>
                  <a:srgbClr val="17211F"/>
                </a:solidFill>
                <a:latin typeface="Segoe UI"/>
                <a:ea typeface="Segoe UI"/>
                <a:cs typeface="Segoe UI"/>
              </a:defRPr>
            </a:lvl3pPr>
            <a:lvl4pPr algn="l">
              <a:defRPr sz="1800" b="0">
                <a:solidFill>
                  <a:srgbClr val="17211F"/>
                </a:solidFill>
                <a:latin typeface="Segoe UI"/>
                <a:ea typeface="Segoe UI"/>
                <a:cs typeface="Segoe UI"/>
              </a:defRPr>
            </a:lvl4pPr>
            <a:lvl5pPr algn="l">
              <a:defRPr sz="1800" b="0">
                <a:solidFill>
                  <a:srgbClr val="17211F"/>
                </a:solidFill>
                <a:latin typeface="Segoe UI"/>
                <a:ea typeface="Segoe UI"/>
                <a:cs typeface="Segoe UI"/>
              </a:defRPr>
            </a:lvl5pPr>
            <a:lvl6pPr algn="l">
              <a:defRPr sz="1800" b="0">
                <a:solidFill>
                  <a:srgbClr val="17211F"/>
                </a:solidFill>
                <a:latin typeface="Segoe UI"/>
                <a:ea typeface="Segoe UI"/>
                <a:cs typeface="Segoe UI"/>
              </a:defRPr>
            </a:lvl6pPr>
            <a:lvl7pPr algn="l">
              <a:defRPr sz="1800" b="0">
                <a:solidFill>
                  <a:srgbClr val="17211F"/>
                </a:solidFill>
                <a:latin typeface="Segoe UI"/>
                <a:ea typeface="Segoe UI"/>
                <a:cs typeface="Segoe UI"/>
              </a:defRPr>
            </a:lvl7pPr>
            <a:lvl8pPr algn="l">
              <a:defRPr sz="1800" b="0">
                <a:solidFill>
                  <a:srgbClr val="17211F"/>
                </a:solidFill>
                <a:latin typeface="Segoe UI"/>
                <a:ea typeface="Segoe UI"/>
                <a:cs typeface="Segoe UI"/>
              </a:defRPr>
            </a:lvl8pPr>
            <a:lvl9pPr algn="l">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Chi nhánh và kệ xác định vị trí BookCopy; Hold gắn với Book và chi nhánh nhận.</a:t>
            </a:r>
          </a:p>
        </p:txBody>
      </p:sp>
    </p:spTree>
    <p:extLst>
      <p:ext uri="{BB962C8B-B14F-4D97-AF65-F5344CB8AC3E}">
        <p14:creationId xmlns:p14="http://schemas.microsoft.com/office/powerpoint/2010/main" val="504674255"/>
      </p:ext>
    </p:extLst>
  </p:cSld>
</p:sld>
</file>

<file path=ppt/slides/slide7.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429943-3D8D-42A5-89A1-1A4B73CA5639}"/>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GIAO DIỆN THẬT</a:t>
            </a:r>
          </a:p>
        </p:txBody>
      </p:sp>
      <p:sp>
        <p:nvSpPr>
          <p:cNvPr id="2" name="">
            <a:extLst xmlns:a="http://schemas.openxmlformats.org/drawingml/2006/main">
              <a:ext uri="{FF2B5EF4-FFF2-40B4-BE49-F238E27FC236}">
                <a16:creationId xmlns:a16="http://schemas.microsoft.com/office/drawing/2014/main" id="{F814BC11-2ADF-4702-AF0E-AF3FC46A414C}"/>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Catalog, yêu thích và đánh giá</a:t>
            </a:r>
          </a:p>
        </p:txBody>
      </p:sp>
      <p:sp>
        <p:nvSpPr>
          <p:cNvPr id="3" name="">
            <a:extLst xmlns:a="http://schemas.openxmlformats.org/drawingml/2006/main">
              <a:ext uri="{FF2B5EF4-FFF2-40B4-BE49-F238E27FC236}">
                <a16:creationId xmlns:a16="http://schemas.microsoft.com/office/drawing/2014/main" id="{ABCDAB1B-F61C-46C4-9EDE-0C750C2C042D}"/>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667B70F8-97AE-454C-8257-6B0E045C77DD}"/>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BD23762B-BC3E-4F50-9A78-7305ADDAF76A}"/>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07</a:t>
            </a:r>
          </a:p>
        </p:txBody>
      </p:sp>
      <p:sp>
        <p:nvSpPr>
          <p:cNvPr id="6" name="">
            <a:extLst xmlns:a="http://schemas.openxmlformats.org/drawingml/2006/main">
              <a:ext uri="{FF2B5EF4-FFF2-40B4-BE49-F238E27FC236}">
                <a16:creationId xmlns:a16="http://schemas.microsoft.com/office/drawing/2014/main" id="{1E5E73BD-B646-4F16-B66E-3D969D75B796}"/>
              </a:ext>
            </a:extLst>
          </p:cNvPr>
          <p:cNvSpPr>
            <a:spLocks xmlns:a="http://schemas.openxmlformats.org/drawingml/2006/main" noGrp="1"/>
          </p:cNvSpPr>
          <p:nvPr/>
        </p:nvSpPr>
        <p:spPr>
          <a:xfrm xmlns:a="http://schemas.openxmlformats.org/drawingml/2006/main">
            <a:off x="695325" y="17526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defRPr sz="1800" b="0">
                <a:solidFill>
                  <a:srgbClr val="17211F"/>
                </a:solidFill>
                <a:latin typeface="Segoe UI"/>
                <a:ea typeface="Segoe UI"/>
                <a:cs typeface="Segoe UI"/>
              </a:defRPr>
            </a:lvl1pPr>
            <a:lvl2pPr algn="l">
              <a:defRPr sz="1800" b="0">
                <a:solidFill>
                  <a:srgbClr val="17211F"/>
                </a:solidFill>
                <a:latin typeface="Segoe UI"/>
                <a:ea typeface="Segoe UI"/>
                <a:cs typeface="Segoe UI"/>
              </a:defRPr>
            </a:lvl2pPr>
            <a:lvl3pPr algn="l">
              <a:defRPr sz="1800" b="0">
                <a:solidFill>
                  <a:srgbClr val="17211F"/>
                </a:solidFill>
                <a:latin typeface="Segoe UI"/>
                <a:ea typeface="Segoe UI"/>
                <a:cs typeface="Segoe UI"/>
              </a:defRPr>
            </a:lvl3pPr>
            <a:lvl4pPr algn="l">
              <a:defRPr sz="1800" b="0">
                <a:solidFill>
                  <a:srgbClr val="17211F"/>
                </a:solidFill>
                <a:latin typeface="Segoe UI"/>
                <a:ea typeface="Segoe UI"/>
                <a:cs typeface="Segoe UI"/>
              </a:defRPr>
            </a:lvl4pPr>
            <a:lvl5pPr algn="l">
              <a:defRPr sz="1800" b="0">
                <a:solidFill>
                  <a:srgbClr val="17211F"/>
                </a:solidFill>
                <a:latin typeface="Segoe UI"/>
                <a:ea typeface="Segoe UI"/>
                <a:cs typeface="Segoe UI"/>
              </a:defRPr>
            </a:lvl5pPr>
            <a:lvl6pPr algn="l">
              <a:defRPr sz="1800" b="0">
                <a:solidFill>
                  <a:srgbClr val="17211F"/>
                </a:solidFill>
                <a:latin typeface="Segoe UI"/>
                <a:ea typeface="Segoe UI"/>
                <a:cs typeface="Segoe UI"/>
              </a:defRPr>
            </a:lvl6pPr>
            <a:lvl7pPr algn="l">
              <a:defRPr sz="1800" b="0">
                <a:solidFill>
                  <a:srgbClr val="17211F"/>
                </a:solidFill>
                <a:latin typeface="Segoe UI"/>
                <a:ea typeface="Segoe UI"/>
                <a:cs typeface="Segoe UI"/>
              </a:defRPr>
            </a:lvl7pPr>
            <a:lvl8pPr algn="l">
              <a:defRPr sz="1800" b="0">
                <a:solidFill>
                  <a:srgbClr val="17211F"/>
                </a:solidFill>
                <a:latin typeface="Segoe UI"/>
                <a:ea typeface="Segoe UI"/>
                <a:cs typeface="Segoe UI"/>
              </a:defRPr>
            </a:lvl8pPr>
            <a:lvl9pPr algn="l">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Người đọc xem chi tiết sách, lưu yêu thích và sửa đánh giá của chính mình.</a:t>
            </a:r>
          </a:p>
        </p:txBody>
      </p:sp>
      <p:pic>
        <p:nvPicPr>
          <p:cNvPr id="7" name="">
            <a:extLst xmlns:a="http://schemas.openxmlformats.org/drawingml/2006/main">
              <a:ext uri="{FF2B5EF4-FFF2-40B4-BE49-F238E27FC236}">
                <a16:creationId xmlns:a16="http://schemas.microsoft.com/office/drawing/2014/main" id="{D305ADCB-1E62-48C1-9851-AB3BF276F8C2}"/>
              </a:ext>
            </a:extLst>
          </p:cNvPr>
          <p:cNvPicPr>
            <a:picLocks xmlns:a="http://schemas.openxmlformats.org/drawingml/2006/main" noChangeAspect="1"/>
          </p:cNvPicPr>
          <p:nvPr/>
        </p:nvPicPr>
        <p:blipFill>
          <a:blip xmlns:r="http://schemas.openxmlformats.org/officeDocument/2006/relationships" xmlns:a="http://schemas.openxmlformats.org/drawingml/2006/main" r:embed="R03d47e1b46fa4ba4"/>
          <a:srcRect xmlns:a="http://schemas.openxmlformats.org/drawingml/2006/main" l="0" t="33859" r="0" b="33859"/>
          <a:stretch xmlns:a="http://schemas.openxmlformats.org/drawingml/2006/main">
            <a:fillRect l="0" t="0" r="0" b="0"/>
          </a:stretch>
        </p:blipFill>
        <p:spPr>
          <a:xfrm xmlns:a="http://schemas.openxmlformats.org/drawingml/2006/main">
            <a:off x="695325" y="2590800"/>
            <a:ext cx="10801350" cy="3190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89FA79C-9A9B-49AE-A71A-644BDB743D71}"/>
              </a:ext>
            </a:extLst>
          </p:cNvPr>
          <p:cNvSpPr>
            <a:spLocks xmlns:a="http://schemas.openxmlformats.org/drawingml/2006/main" noGrp="1"/>
          </p:cNvSpPr>
          <p:nvPr/>
        </p:nvSpPr>
        <p:spPr>
          <a:xfrm xmlns:a="http://schemas.openxmlformats.org/drawingml/2006/main">
            <a:off x="695325" y="5915025"/>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defRPr sz="1200" b="0">
                <a:solidFill>
                  <a:srgbClr val="526660"/>
                </a:solidFill>
                <a:latin typeface="Segoe UI"/>
                <a:ea typeface="Segoe UI"/>
                <a:cs typeface="Segoe UI"/>
              </a:defRPr>
            </a:lvl1pPr>
            <a:lvl2pPr algn="l">
              <a:defRPr sz="1200" b="0">
                <a:solidFill>
                  <a:srgbClr val="526660"/>
                </a:solidFill>
                <a:latin typeface="Segoe UI"/>
                <a:ea typeface="Segoe UI"/>
                <a:cs typeface="Segoe UI"/>
              </a:defRPr>
            </a:lvl2pPr>
            <a:lvl3pPr algn="l">
              <a:defRPr sz="1200" b="0">
                <a:solidFill>
                  <a:srgbClr val="526660"/>
                </a:solidFill>
                <a:latin typeface="Segoe UI"/>
                <a:ea typeface="Segoe UI"/>
                <a:cs typeface="Segoe UI"/>
              </a:defRPr>
            </a:lvl3pPr>
            <a:lvl4pPr algn="l">
              <a:defRPr sz="1200" b="0">
                <a:solidFill>
                  <a:srgbClr val="526660"/>
                </a:solidFill>
                <a:latin typeface="Segoe UI"/>
                <a:ea typeface="Segoe UI"/>
                <a:cs typeface="Segoe UI"/>
              </a:defRPr>
            </a:lvl4pPr>
            <a:lvl5pPr algn="l">
              <a:defRPr sz="1200" b="0">
                <a:solidFill>
                  <a:srgbClr val="526660"/>
                </a:solidFill>
                <a:latin typeface="Segoe UI"/>
                <a:ea typeface="Segoe UI"/>
                <a:cs typeface="Segoe UI"/>
              </a:defRPr>
            </a:lvl5pPr>
            <a:lvl6pPr algn="l">
              <a:defRPr sz="1200" b="0">
                <a:solidFill>
                  <a:srgbClr val="526660"/>
                </a:solidFill>
                <a:latin typeface="Segoe UI"/>
                <a:ea typeface="Segoe UI"/>
                <a:cs typeface="Segoe UI"/>
              </a:defRPr>
            </a:lvl6pPr>
            <a:lvl7pPr algn="l">
              <a:defRPr sz="1200" b="0">
                <a:solidFill>
                  <a:srgbClr val="526660"/>
                </a:solidFill>
                <a:latin typeface="Segoe UI"/>
                <a:ea typeface="Segoe UI"/>
                <a:cs typeface="Segoe UI"/>
              </a:defRPr>
            </a:lvl7pPr>
            <a:lvl8pPr algn="l">
              <a:defRPr sz="1200" b="0">
                <a:solidFill>
                  <a:srgbClr val="526660"/>
                </a:solidFill>
                <a:latin typeface="Segoe UI"/>
                <a:ea typeface="Segoe UI"/>
                <a:cs typeface="Segoe UI"/>
              </a:defRPr>
            </a:lvl8pPr>
            <a:lvl9pPr algn="l">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Ảnh chụp EXE/WebView2 tại 56049b9; dữ liệu trong ảnh là fixture kiểm thử.</a:t>
            </a:r>
          </a:p>
        </p:txBody>
      </p:sp>
    </p:spTree>
    <p:extLst>
      <p:ext uri="{BB962C8B-B14F-4D97-AF65-F5344CB8AC3E}">
        <p14:creationId xmlns:p14="http://schemas.microsoft.com/office/powerpoint/2010/main" val="583966149"/>
      </p:ext>
    </p:extLst>
  </p:cSld>
</p:sld>
</file>

<file path=ppt/slides/slide8.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0B6C555-69F9-45DD-A698-E2F796E590D1}"/>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4</a:t>
            </a:r>
          </a:p>
        </p:txBody>
      </p:sp>
      <p:sp>
        <p:nvSpPr>
          <p:cNvPr id="2" name="">
            <a:extLst xmlns:a="http://schemas.openxmlformats.org/drawingml/2006/main">
              <a:ext uri="{FF2B5EF4-FFF2-40B4-BE49-F238E27FC236}">
                <a16:creationId xmlns:a16="http://schemas.microsoft.com/office/drawing/2014/main" id="{CD4AE7B6-4F0E-49C4-871C-181AB84835DD}"/>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Lưu thông và giữ chỗ</a:t>
            </a:r>
          </a:p>
        </p:txBody>
      </p:sp>
      <p:sp>
        <p:nvSpPr>
          <p:cNvPr id="3" name="">
            <a:extLst xmlns:a="http://schemas.openxmlformats.org/drawingml/2006/main">
              <a:ext uri="{FF2B5EF4-FFF2-40B4-BE49-F238E27FC236}">
                <a16:creationId xmlns:a16="http://schemas.microsoft.com/office/drawing/2014/main" id="{11957FDA-345F-436D-989B-D68C97D569D1}"/>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5137EBD6-291A-4A5C-9DD9-12E4C2A50019}"/>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778AE480-AC0E-4539-945A-C188A6A700E4}"/>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08</a:t>
            </a:r>
          </a:p>
        </p:txBody>
      </p:sp>
      <p:sp>
        <p:nvSpPr>
          <p:cNvPr id="6" name="">
            <a:extLst xmlns:a="http://schemas.openxmlformats.org/drawingml/2006/main">
              <a:ext uri="{FF2B5EF4-FFF2-40B4-BE49-F238E27FC236}">
                <a16:creationId xmlns:a16="http://schemas.microsoft.com/office/drawing/2014/main" id="{F2E0DE16-97E1-4D66-BA87-8910ED029FEF}"/>
              </a:ext>
            </a:extLst>
          </p:cNvPr>
          <p:cNvSpPr>
            <a:spLocks xmlns:a="http://schemas.openxmlformats.org/drawingml/2006/main" noGrp="1"/>
          </p:cNvSpPr>
          <p:nvPr/>
        </p:nvSpPr>
        <p:spPr>
          <a:xfrm xmlns:a="http://schemas.openxmlformats.org/drawingml/2006/main">
            <a:off x="723900"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defRPr sz="3300" b="1">
                <a:solidFill>
                  <a:srgbClr val="0F766E"/>
                </a:solidFill>
                <a:latin typeface="Segoe UI"/>
                <a:ea typeface="Segoe UI"/>
                <a:cs typeface="Segoe UI"/>
              </a:defRPr>
            </a:lvl1pPr>
            <a:lvl2pPr algn="l">
              <a:defRPr sz="3300" b="1">
                <a:solidFill>
                  <a:srgbClr val="0F766E"/>
                </a:solidFill>
                <a:latin typeface="Segoe UI"/>
                <a:ea typeface="Segoe UI"/>
                <a:cs typeface="Segoe UI"/>
              </a:defRPr>
            </a:lvl2pPr>
            <a:lvl3pPr algn="l">
              <a:defRPr sz="3300" b="1">
                <a:solidFill>
                  <a:srgbClr val="0F766E"/>
                </a:solidFill>
                <a:latin typeface="Segoe UI"/>
                <a:ea typeface="Segoe UI"/>
                <a:cs typeface="Segoe UI"/>
              </a:defRPr>
            </a:lvl3pPr>
            <a:lvl4pPr algn="l">
              <a:defRPr sz="3300" b="1">
                <a:solidFill>
                  <a:srgbClr val="0F766E"/>
                </a:solidFill>
                <a:latin typeface="Segoe UI"/>
                <a:ea typeface="Segoe UI"/>
                <a:cs typeface="Segoe UI"/>
              </a:defRPr>
            </a:lvl4pPr>
            <a:lvl5pPr algn="l">
              <a:defRPr sz="3300" b="1">
                <a:solidFill>
                  <a:srgbClr val="0F766E"/>
                </a:solidFill>
                <a:latin typeface="Segoe UI"/>
                <a:ea typeface="Segoe UI"/>
                <a:cs typeface="Segoe UI"/>
              </a:defRPr>
            </a:lvl5pPr>
            <a:lvl6pPr algn="l">
              <a:defRPr sz="3300" b="1">
                <a:solidFill>
                  <a:srgbClr val="0F766E"/>
                </a:solidFill>
                <a:latin typeface="Segoe UI"/>
                <a:ea typeface="Segoe UI"/>
                <a:cs typeface="Segoe UI"/>
              </a:defRPr>
            </a:lvl6pPr>
            <a:lvl7pPr algn="l">
              <a:defRPr sz="3300" b="1">
                <a:solidFill>
                  <a:srgbClr val="0F766E"/>
                </a:solidFill>
                <a:latin typeface="Segoe UI"/>
                <a:ea typeface="Segoe UI"/>
                <a:cs typeface="Segoe UI"/>
              </a:defRPr>
            </a:lvl7pPr>
            <a:lvl8pPr algn="l">
              <a:defRPr sz="3300" b="1">
                <a:solidFill>
                  <a:srgbClr val="0F766E"/>
                </a:solidFill>
                <a:latin typeface="Segoe UI"/>
                <a:ea typeface="Segoe UI"/>
                <a:cs typeface="Segoe UI"/>
              </a:defRPr>
            </a:lvl8pPr>
            <a:lvl9pPr algn="l">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01</a:t>
            </a:r>
          </a:p>
        </p:txBody>
      </p:sp>
      <p:sp>
        <p:nvSpPr>
          <p:cNvPr id="7" name="">
            <a:extLst xmlns:a="http://schemas.openxmlformats.org/drawingml/2006/main">
              <a:ext uri="{FF2B5EF4-FFF2-40B4-BE49-F238E27FC236}">
                <a16:creationId xmlns:a16="http://schemas.microsoft.com/office/drawing/2014/main" id="{7A873802-8327-414E-81B3-0CEF4D57AB30}"/>
              </a:ext>
            </a:extLst>
          </p:cNvPr>
          <p:cNvSpPr>
            <a:spLocks xmlns:a="http://schemas.openxmlformats.org/drawingml/2006/main" noGrp="1"/>
          </p:cNvSpPr>
          <p:nvPr/>
        </p:nvSpPr>
        <p:spPr>
          <a:xfrm xmlns:a="http://schemas.openxmlformats.org/drawingml/2006/main">
            <a:off x="723900"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defRPr sz="2400" b="1">
                <a:solidFill>
                  <a:srgbClr val="17211F"/>
                </a:solidFill>
                <a:latin typeface="Segoe UI"/>
                <a:ea typeface="Segoe UI"/>
                <a:cs typeface="Segoe UI"/>
              </a:defRPr>
            </a:lvl1pPr>
            <a:lvl2pPr algn="l">
              <a:defRPr sz="2400" b="1">
                <a:solidFill>
                  <a:srgbClr val="17211F"/>
                </a:solidFill>
                <a:latin typeface="Segoe UI"/>
                <a:ea typeface="Segoe UI"/>
                <a:cs typeface="Segoe UI"/>
              </a:defRPr>
            </a:lvl2pPr>
            <a:lvl3pPr algn="l">
              <a:defRPr sz="2400" b="1">
                <a:solidFill>
                  <a:srgbClr val="17211F"/>
                </a:solidFill>
                <a:latin typeface="Segoe UI"/>
                <a:ea typeface="Segoe UI"/>
                <a:cs typeface="Segoe UI"/>
              </a:defRPr>
            </a:lvl3pPr>
            <a:lvl4pPr algn="l">
              <a:defRPr sz="2400" b="1">
                <a:solidFill>
                  <a:srgbClr val="17211F"/>
                </a:solidFill>
                <a:latin typeface="Segoe UI"/>
                <a:ea typeface="Segoe UI"/>
                <a:cs typeface="Segoe UI"/>
              </a:defRPr>
            </a:lvl4pPr>
            <a:lvl5pPr algn="l">
              <a:defRPr sz="2400" b="1">
                <a:solidFill>
                  <a:srgbClr val="17211F"/>
                </a:solidFill>
                <a:latin typeface="Segoe UI"/>
                <a:ea typeface="Segoe UI"/>
                <a:cs typeface="Segoe UI"/>
              </a:defRPr>
            </a:lvl5pPr>
            <a:lvl6pPr algn="l">
              <a:defRPr sz="2400" b="1">
                <a:solidFill>
                  <a:srgbClr val="17211F"/>
                </a:solidFill>
                <a:latin typeface="Segoe UI"/>
                <a:ea typeface="Segoe UI"/>
                <a:cs typeface="Segoe UI"/>
              </a:defRPr>
            </a:lvl6pPr>
            <a:lvl7pPr algn="l">
              <a:defRPr sz="2400" b="1">
                <a:solidFill>
                  <a:srgbClr val="17211F"/>
                </a:solidFill>
                <a:latin typeface="Segoe UI"/>
                <a:ea typeface="Segoe UI"/>
                <a:cs typeface="Segoe UI"/>
              </a:defRPr>
            </a:lvl7pPr>
            <a:lvl8pPr algn="l">
              <a:defRPr sz="2400" b="1">
                <a:solidFill>
                  <a:srgbClr val="17211F"/>
                </a:solidFill>
                <a:latin typeface="Segoe UI"/>
                <a:ea typeface="Segoe UI"/>
                <a:cs typeface="Segoe UI"/>
              </a:defRPr>
            </a:lvl8pPr>
            <a:lvl9pPr algn="l">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Mượn</a:t>
            </a:r>
          </a:p>
        </p:txBody>
      </p:sp>
      <p:sp>
        <p:nvSpPr>
          <p:cNvPr id="8" name="">
            <a:extLst xmlns:a="http://schemas.openxmlformats.org/drawingml/2006/main">
              <a:ext uri="{FF2B5EF4-FFF2-40B4-BE49-F238E27FC236}">
                <a16:creationId xmlns:a16="http://schemas.microsoft.com/office/drawing/2014/main" id="{89005405-F4BD-4B83-AD3C-190F8946DB94}"/>
              </a:ext>
            </a:extLst>
          </p:cNvPr>
          <p:cNvSpPr>
            <a:spLocks xmlns:a="http://schemas.openxmlformats.org/drawingml/2006/main" noGrp="1"/>
          </p:cNvSpPr>
          <p:nvPr/>
        </p:nvSpPr>
        <p:spPr>
          <a:xfrm xmlns:a="http://schemas.openxmlformats.org/drawingml/2006/main">
            <a:off x="723900"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9" name="">
            <a:extLst xmlns:a="http://schemas.openxmlformats.org/drawingml/2006/main">
              <a:ext uri="{FF2B5EF4-FFF2-40B4-BE49-F238E27FC236}">
                <a16:creationId xmlns:a16="http://schemas.microsoft.com/office/drawing/2014/main" id="{8CF26B30-C871-4B6E-83B5-18C87B1C101A}"/>
              </a:ext>
            </a:extLst>
          </p:cNvPr>
          <p:cNvSpPr>
            <a:spLocks xmlns:a="http://schemas.openxmlformats.org/drawingml/2006/main" noGrp="1"/>
          </p:cNvSpPr>
          <p:nvPr/>
        </p:nvSpPr>
        <p:spPr>
          <a:xfrm xmlns:a="http://schemas.openxmlformats.org/drawingml/2006/main">
            <a:off x="723900"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defRPr sz="1650" b="0">
                <a:solidFill>
                  <a:srgbClr val="526660"/>
                </a:solidFill>
                <a:latin typeface="Segoe UI"/>
                <a:ea typeface="Segoe UI"/>
                <a:cs typeface="Segoe UI"/>
              </a:defRPr>
            </a:lvl1pPr>
            <a:lvl2pPr algn="l">
              <a:defRPr sz="1650" b="0">
                <a:solidFill>
                  <a:srgbClr val="526660"/>
                </a:solidFill>
                <a:latin typeface="Segoe UI"/>
                <a:ea typeface="Segoe UI"/>
                <a:cs typeface="Segoe UI"/>
              </a:defRPr>
            </a:lvl2pPr>
            <a:lvl3pPr algn="l">
              <a:defRPr sz="1650" b="0">
                <a:solidFill>
                  <a:srgbClr val="526660"/>
                </a:solidFill>
                <a:latin typeface="Segoe UI"/>
                <a:ea typeface="Segoe UI"/>
                <a:cs typeface="Segoe UI"/>
              </a:defRPr>
            </a:lvl3pPr>
            <a:lvl4pPr algn="l">
              <a:defRPr sz="1650" b="0">
                <a:solidFill>
                  <a:srgbClr val="526660"/>
                </a:solidFill>
                <a:latin typeface="Segoe UI"/>
                <a:ea typeface="Segoe UI"/>
                <a:cs typeface="Segoe UI"/>
              </a:defRPr>
            </a:lvl4pPr>
            <a:lvl5pPr algn="l">
              <a:defRPr sz="1650" b="0">
                <a:solidFill>
                  <a:srgbClr val="526660"/>
                </a:solidFill>
                <a:latin typeface="Segoe UI"/>
                <a:ea typeface="Segoe UI"/>
                <a:cs typeface="Segoe UI"/>
              </a:defRPr>
            </a:lvl5pPr>
            <a:lvl6pPr algn="l">
              <a:defRPr sz="1650" b="0">
                <a:solidFill>
                  <a:srgbClr val="526660"/>
                </a:solidFill>
                <a:latin typeface="Segoe UI"/>
                <a:ea typeface="Segoe UI"/>
                <a:cs typeface="Segoe UI"/>
              </a:defRPr>
            </a:lvl6pPr>
            <a:lvl7pPr algn="l">
              <a:defRPr sz="1650" b="0">
                <a:solidFill>
                  <a:srgbClr val="526660"/>
                </a:solidFill>
                <a:latin typeface="Segoe UI"/>
                <a:ea typeface="Segoe UI"/>
                <a:cs typeface="Segoe UI"/>
              </a:defRPr>
            </a:lvl7pPr>
            <a:lvl8pPr algn="l">
              <a:defRPr sz="1650" b="0">
                <a:solidFill>
                  <a:srgbClr val="526660"/>
                </a:solidFill>
                <a:latin typeface="Segoe UI"/>
                <a:ea typeface="Segoe UI"/>
                <a:cs typeface="Segoe UI"/>
              </a:defRPr>
            </a:lvl8pPr>
            <a:lvl9pPr algn="l">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Kiểm tra quyền và bản sách</a:t>
            </a:r>
          </a:p>
        </p:txBody>
      </p:sp>
      <p:sp>
        <p:nvSpPr>
          <p:cNvPr id="10" name="">
            <a:extLst xmlns:a="http://schemas.openxmlformats.org/drawingml/2006/main">
              <a:ext uri="{FF2B5EF4-FFF2-40B4-BE49-F238E27FC236}">
                <a16:creationId xmlns:a16="http://schemas.microsoft.com/office/drawing/2014/main" id="{F53B3841-2E45-4B08-B5D9-500D85421099}"/>
              </a:ext>
            </a:extLst>
          </p:cNvPr>
          <p:cNvSpPr>
            <a:spLocks xmlns:a="http://schemas.openxmlformats.org/drawingml/2006/main" noGrp="1"/>
          </p:cNvSpPr>
          <p:nvPr/>
        </p:nvSpPr>
        <p:spPr>
          <a:xfrm xmlns:a="http://schemas.openxmlformats.org/drawingml/2006/main">
            <a:off x="3571875"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defRPr sz="3300" b="1">
                <a:solidFill>
                  <a:srgbClr val="0F766E"/>
                </a:solidFill>
                <a:latin typeface="Segoe UI"/>
                <a:ea typeface="Segoe UI"/>
                <a:cs typeface="Segoe UI"/>
              </a:defRPr>
            </a:lvl1pPr>
            <a:lvl2pPr algn="l">
              <a:defRPr sz="3300" b="1">
                <a:solidFill>
                  <a:srgbClr val="0F766E"/>
                </a:solidFill>
                <a:latin typeface="Segoe UI"/>
                <a:ea typeface="Segoe UI"/>
                <a:cs typeface="Segoe UI"/>
              </a:defRPr>
            </a:lvl2pPr>
            <a:lvl3pPr algn="l">
              <a:defRPr sz="3300" b="1">
                <a:solidFill>
                  <a:srgbClr val="0F766E"/>
                </a:solidFill>
                <a:latin typeface="Segoe UI"/>
                <a:ea typeface="Segoe UI"/>
                <a:cs typeface="Segoe UI"/>
              </a:defRPr>
            </a:lvl3pPr>
            <a:lvl4pPr algn="l">
              <a:defRPr sz="3300" b="1">
                <a:solidFill>
                  <a:srgbClr val="0F766E"/>
                </a:solidFill>
                <a:latin typeface="Segoe UI"/>
                <a:ea typeface="Segoe UI"/>
                <a:cs typeface="Segoe UI"/>
              </a:defRPr>
            </a:lvl4pPr>
            <a:lvl5pPr algn="l">
              <a:defRPr sz="3300" b="1">
                <a:solidFill>
                  <a:srgbClr val="0F766E"/>
                </a:solidFill>
                <a:latin typeface="Segoe UI"/>
                <a:ea typeface="Segoe UI"/>
                <a:cs typeface="Segoe UI"/>
              </a:defRPr>
            </a:lvl5pPr>
            <a:lvl6pPr algn="l">
              <a:defRPr sz="3300" b="1">
                <a:solidFill>
                  <a:srgbClr val="0F766E"/>
                </a:solidFill>
                <a:latin typeface="Segoe UI"/>
                <a:ea typeface="Segoe UI"/>
                <a:cs typeface="Segoe UI"/>
              </a:defRPr>
            </a:lvl6pPr>
            <a:lvl7pPr algn="l">
              <a:defRPr sz="3300" b="1">
                <a:solidFill>
                  <a:srgbClr val="0F766E"/>
                </a:solidFill>
                <a:latin typeface="Segoe UI"/>
                <a:ea typeface="Segoe UI"/>
                <a:cs typeface="Segoe UI"/>
              </a:defRPr>
            </a:lvl7pPr>
            <a:lvl8pPr algn="l">
              <a:defRPr sz="3300" b="1">
                <a:solidFill>
                  <a:srgbClr val="0F766E"/>
                </a:solidFill>
                <a:latin typeface="Segoe UI"/>
                <a:ea typeface="Segoe UI"/>
                <a:cs typeface="Segoe UI"/>
              </a:defRPr>
            </a:lvl8pPr>
            <a:lvl9pPr algn="l">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02</a:t>
            </a:r>
          </a:p>
        </p:txBody>
      </p:sp>
      <p:sp>
        <p:nvSpPr>
          <p:cNvPr id="11" name="">
            <a:extLst xmlns:a="http://schemas.openxmlformats.org/drawingml/2006/main">
              <a:ext uri="{FF2B5EF4-FFF2-40B4-BE49-F238E27FC236}">
                <a16:creationId xmlns:a16="http://schemas.microsoft.com/office/drawing/2014/main" id="{0DCDCAE5-DD63-4074-BA15-2457A2EC4A4C}"/>
              </a:ext>
            </a:extLst>
          </p:cNvPr>
          <p:cNvSpPr>
            <a:spLocks xmlns:a="http://schemas.openxmlformats.org/drawingml/2006/main" noGrp="1"/>
          </p:cNvSpPr>
          <p:nvPr/>
        </p:nvSpPr>
        <p:spPr>
          <a:xfrm xmlns:a="http://schemas.openxmlformats.org/drawingml/2006/main">
            <a:off x="3571875"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defRPr sz="2400" b="1">
                <a:solidFill>
                  <a:srgbClr val="17211F"/>
                </a:solidFill>
                <a:latin typeface="Segoe UI"/>
                <a:ea typeface="Segoe UI"/>
                <a:cs typeface="Segoe UI"/>
              </a:defRPr>
            </a:lvl1pPr>
            <a:lvl2pPr algn="l">
              <a:defRPr sz="2400" b="1">
                <a:solidFill>
                  <a:srgbClr val="17211F"/>
                </a:solidFill>
                <a:latin typeface="Segoe UI"/>
                <a:ea typeface="Segoe UI"/>
                <a:cs typeface="Segoe UI"/>
              </a:defRPr>
            </a:lvl2pPr>
            <a:lvl3pPr algn="l">
              <a:defRPr sz="2400" b="1">
                <a:solidFill>
                  <a:srgbClr val="17211F"/>
                </a:solidFill>
                <a:latin typeface="Segoe UI"/>
                <a:ea typeface="Segoe UI"/>
                <a:cs typeface="Segoe UI"/>
              </a:defRPr>
            </a:lvl3pPr>
            <a:lvl4pPr algn="l">
              <a:defRPr sz="2400" b="1">
                <a:solidFill>
                  <a:srgbClr val="17211F"/>
                </a:solidFill>
                <a:latin typeface="Segoe UI"/>
                <a:ea typeface="Segoe UI"/>
                <a:cs typeface="Segoe UI"/>
              </a:defRPr>
            </a:lvl4pPr>
            <a:lvl5pPr algn="l">
              <a:defRPr sz="2400" b="1">
                <a:solidFill>
                  <a:srgbClr val="17211F"/>
                </a:solidFill>
                <a:latin typeface="Segoe UI"/>
                <a:ea typeface="Segoe UI"/>
                <a:cs typeface="Segoe UI"/>
              </a:defRPr>
            </a:lvl5pPr>
            <a:lvl6pPr algn="l">
              <a:defRPr sz="2400" b="1">
                <a:solidFill>
                  <a:srgbClr val="17211F"/>
                </a:solidFill>
                <a:latin typeface="Segoe UI"/>
                <a:ea typeface="Segoe UI"/>
                <a:cs typeface="Segoe UI"/>
              </a:defRPr>
            </a:lvl6pPr>
            <a:lvl7pPr algn="l">
              <a:defRPr sz="2400" b="1">
                <a:solidFill>
                  <a:srgbClr val="17211F"/>
                </a:solidFill>
                <a:latin typeface="Segoe UI"/>
                <a:ea typeface="Segoe UI"/>
                <a:cs typeface="Segoe UI"/>
              </a:defRPr>
            </a:lvl7pPr>
            <a:lvl8pPr algn="l">
              <a:defRPr sz="2400" b="1">
                <a:solidFill>
                  <a:srgbClr val="17211F"/>
                </a:solidFill>
                <a:latin typeface="Segoe UI"/>
                <a:ea typeface="Segoe UI"/>
                <a:cs typeface="Segoe UI"/>
              </a:defRPr>
            </a:lvl8pPr>
            <a:lvl9pPr algn="l">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Trả</a:t>
            </a:r>
          </a:p>
        </p:txBody>
      </p:sp>
      <p:sp>
        <p:nvSpPr>
          <p:cNvPr id="12" name="">
            <a:extLst xmlns:a="http://schemas.openxmlformats.org/drawingml/2006/main">
              <a:ext uri="{FF2B5EF4-FFF2-40B4-BE49-F238E27FC236}">
                <a16:creationId xmlns:a16="http://schemas.microsoft.com/office/drawing/2014/main" id="{B4B3E95E-CBCE-4C68-A308-0A73D8081F8B}"/>
              </a:ext>
            </a:extLst>
          </p:cNvPr>
          <p:cNvSpPr>
            <a:spLocks xmlns:a="http://schemas.openxmlformats.org/drawingml/2006/main" noGrp="1"/>
          </p:cNvSpPr>
          <p:nvPr/>
        </p:nvSpPr>
        <p:spPr>
          <a:xfrm xmlns:a="http://schemas.openxmlformats.org/drawingml/2006/main">
            <a:off x="3571875"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3" name="">
            <a:extLst xmlns:a="http://schemas.openxmlformats.org/drawingml/2006/main">
              <a:ext uri="{FF2B5EF4-FFF2-40B4-BE49-F238E27FC236}">
                <a16:creationId xmlns:a16="http://schemas.microsoft.com/office/drawing/2014/main" id="{BBEB7193-572B-49AE-96BD-73F9C4D3519D}"/>
              </a:ext>
            </a:extLst>
          </p:cNvPr>
          <p:cNvSpPr>
            <a:spLocks xmlns:a="http://schemas.openxmlformats.org/drawingml/2006/main" noGrp="1"/>
          </p:cNvSpPr>
          <p:nvPr/>
        </p:nvSpPr>
        <p:spPr>
          <a:xfrm xmlns:a="http://schemas.openxmlformats.org/drawingml/2006/main">
            <a:off x="3571875"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defRPr sz="1650" b="0">
                <a:solidFill>
                  <a:srgbClr val="526660"/>
                </a:solidFill>
                <a:latin typeface="Segoe UI"/>
                <a:ea typeface="Segoe UI"/>
                <a:cs typeface="Segoe UI"/>
              </a:defRPr>
            </a:lvl1pPr>
            <a:lvl2pPr algn="l">
              <a:defRPr sz="1650" b="0">
                <a:solidFill>
                  <a:srgbClr val="526660"/>
                </a:solidFill>
                <a:latin typeface="Segoe UI"/>
                <a:ea typeface="Segoe UI"/>
                <a:cs typeface="Segoe UI"/>
              </a:defRPr>
            </a:lvl2pPr>
            <a:lvl3pPr algn="l">
              <a:defRPr sz="1650" b="0">
                <a:solidFill>
                  <a:srgbClr val="526660"/>
                </a:solidFill>
                <a:latin typeface="Segoe UI"/>
                <a:ea typeface="Segoe UI"/>
                <a:cs typeface="Segoe UI"/>
              </a:defRPr>
            </a:lvl3pPr>
            <a:lvl4pPr algn="l">
              <a:defRPr sz="1650" b="0">
                <a:solidFill>
                  <a:srgbClr val="526660"/>
                </a:solidFill>
                <a:latin typeface="Segoe UI"/>
                <a:ea typeface="Segoe UI"/>
                <a:cs typeface="Segoe UI"/>
              </a:defRPr>
            </a:lvl4pPr>
            <a:lvl5pPr algn="l">
              <a:defRPr sz="1650" b="0">
                <a:solidFill>
                  <a:srgbClr val="526660"/>
                </a:solidFill>
                <a:latin typeface="Segoe UI"/>
                <a:ea typeface="Segoe UI"/>
                <a:cs typeface="Segoe UI"/>
              </a:defRPr>
            </a:lvl5pPr>
            <a:lvl6pPr algn="l">
              <a:defRPr sz="1650" b="0">
                <a:solidFill>
                  <a:srgbClr val="526660"/>
                </a:solidFill>
                <a:latin typeface="Segoe UI"/>
                <a:ea typeface="Segoe UI"/>
                <a:cs typeface="Segoe UI"/>
              </a:defRPr>
            </a:lvl6pPr>
            <a:lvl7pPr algn="l">
              <a:defRPr sz="1650" b="0">
                <a:solidFill>
                  <a:srgbClr val="526660"/>
                </a:solidFill>
                <a:latin typeface="Segoe UI"/>
                <a:ea typeface="Segoe UI"/>
                <a:cs typeface="Segoe UI"/>
              </a:defRPr>
            </a:lvl7pPr>
            <a:lvl8pPr algn="l">
              <a:defRPr sz="1650" b="0">
                <a:solidFill>
                  <a:srgbClr val="526660"/>
                </a:solidFill>
                <a:latin typeface="Segoe UI"/>
                <a:ea typeface="Segoe UI"/>
                <a:cs typeface="Segoe UI"/>
              </a:defRPr>
            </a:lvl8pPr>
            <a:lvl9pPr algn="l">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Ghi nhận trả và trạng thái</a:t>
            </a:r>
          </a:p>
        </p:txBody>
      </p:sp>
      <p:sp>
        <p:nvSpPr>
          <p:cNvPr id="14" name="">
            <a:extLst xmlns:a="http://schemas.openxmlformats.org/drawingml/2006/main">
              <a:ext uri="{FF2B5EF4-FFF2-40B4-BE49-F238E27FC236}">
                <a16:creationId xmlns:a16="http://schemas.microsoft.com/office/drawing/2014/main" id="{F28C18E1-2EAE-4DEF-8160-9EF5E4004E6F}"/>
              </a:ext>
            </a:extLst>
          </p:cNvPr>
          <p:cNvSpPr>
            <a:spLocks xmlns:a="http://schemas.openxmlformats.org/drawingml/2006/main" noGrp="1"/>
          </p:cNvSpPr>
          <p:nvPr/>
        </p:nvSpPr>
        <p:spPr>
          <a:xfrm xmlns:a="http://schemas.openxmlformats.org/drawingml/2006/main">
            <a:off x="6419850"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defRPr sz="3300" b="1">
                <a:solidFill>
                  <a:srgbClr val="0F766E"/>
                </a:solidFill>
                <a:latin typeface="Segoe UI"/>
                <a:ea typeface="Segoe UI"/>
                <a:cs typeface="Segoe UI"/>
              </a:defRPr>
            </a:lvl1pPr>
            <a:lvl2pPr algn="l">
              <a:defRPr sz="3300" b="1">
                <a:solidFill>
                  <a:srgbClr val="0F766E"/>
                </a:solidFill>
                <a:latin typeface="Segoe UI"/>
                <a:ea typeface="Segoe UI"/>
                <a:cs typeface="Segoe UI"/>
              </a:defRPr>
            </a:lvl2pPr>
            <a:lvl3pPr algn="l">
              <a:defRPr sz="3300" b="1">
                <a:solidFill>
                  <a:srgbClr val="0F766E"/>
                </a:solidFill>
                <a:latin typeface="Segoe UI"/>
                <a:ea typeface="Segoe UI"/>
                <a:cs typeface="Segoe UI"/>
              </a:defRPr>
            </a:lvl3pPr>
            <a:lvl4pPr algn="l">
              <a:defRPr sz="3300" b="1">
                <a:solidFill>
                  <a:srgbClr val="0F766E"/>
                </a:solidFill>
                <a:latin typeface="Segoe UI"/>
                <a:ea typeface="Segoe UI"/>
                <a:cs typeface="Segoe UI"/>
              </a:defRPr>
            </a:lvl4pPr>
            <a:lvl5pPr algn="l">
              <a:defRPr sz="3300" b="1">
                <a:solidFill>
                  <a:srgbClr val="0F766E"/>
                </a:solidFill>
                <a:latin typeface="Segoe UI"/>
                <a:ea typeface="Segoe UI"/>
                <a:cs typeface="Segoe UI"/>
              </a:defRPr>
            </a:lvl5pPr>
            <a:lvl6pPr algn="l">
              <a:defRPr sz="3300" b="1">
                <a:solidFill>
                  <a:srgbClr val="0F766E"/>
                </a:solidFill>
                <a:latin typeface="Segoe UI"/>
                <a:ea typeface="Segoe UI"/>
                <a:cs typeface="Segoe UI"/>
              </a:defRPr>
            </a:lvl6pPr>
            <a:lvl7pPr algn="l">
              <a:defRPr sz="3300" b="1">
                <a:solidFill>
                  <a:srgbClr val="0F766E"/>
                </a:solidFill>
                <a:latin typeface="Segoe UI"/>
                <a:ea typeface="Segoe UI"/>
                <a:cs typeface="Segoe UI"/>
              </a:defRPr>
            </a:lvl7pPr>
            <a:lvl8pPr algn="l">
              <a:defRPr sz="3300" b="1">
                <a:solidFill>
                  <a:srgbClr val="0F766E"/>
                </a:solidFill>
                <a:latin typeface="Segoe UI"/>
                <a:ea typeface="Segoe UI"/>
                <a:cs typeface="Segoe UI"/>
              </a:defRPr>
            </a:lvl8pPr>
            <a:lvl9pPr algn="l">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03</a:t>
            </a:r>
          </a:p>
        </p:txBody>
      </p:sp>
      <p:sp>
        <p:nvSpPr>
          <p:cNvPr id="15" name="">
            <a:extLst xmlns:a="http://schemas.openxmlformats.org/drawingml/2006/main">
              <a:ext uri="{FF2B5EF4-FFF2-40B4-BE49-F238E27FC236}">
                <a16:creationId xmlns:a16="http://schemas.microsoft.com/office/drawing/2014/main" id="{ACD0CEC8-4FBA-4125-B3F6-F89ECB7358B9}"/>
              </a:ext>
            </a:extLst>
          </p:cNvPr>
          <p:cNvSpPr>
            <a:spLocks xmlns:a="http://schemas.openxmlformats.org/drawingml/2006/main" noGrp="1"/>
          </p:cNvSpPr>
          <p:nvPr/>
        </p:nvSpPr>
        <p:spPr>
          <a:xfrm xmlns:a="http://schemas.openxmlformats.org/drawingml/2006/main">
            <a:off x="6419850"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defRPr sz="2400" b="1">
                <a:solidFill>
                  <a:srgbClr val="17211F"/>
                </a:solidFill>
                <a:latin typeface="Segoe UI"/>
                <a:ea typeface="Segoe UI"/>
                <a:cs typeface="Segoe UI"/>
              </a:defRPr>
            </a:lvl1pPr>
            <a:lvl2pPr algn="l">
              <a:defRPr sz="2400" b="1">
                <a:solidFill>
                  <a:srgbClr val="17211F"/>
                </a:solidFill>
                <a:latin typeface="Segoe UI"/>
                <a:ea typeface="Segoe UI"/>
                <a:cs typeface="Segoe UI"/>
              </a:defRPr>
            </a:lvl2pPr>
            <a:lvl3pPr algn="l">
              <a:defRPr sz="2400" b="1">
                <a:solidFill>
                  <a:srgbClr val="17211F"/>
                </a:solidFill>
                <a:latin typeface="Segoe UI"/>
                <a:ea typeface="Segoe UI"/>
                <a:cs typeface="Segoe UI"/>
              </a:defRPr>
            </a:lvl3pPr>
            <a:lvl4pPr algn="l">
              <a:defRPr sz="2400" b="1">
                <a:solidFill>
                  <a:srgbClr val="17211F"/>
                </a:solidFill>
                <a:latin typeface="Segoe UI"/>
                <a:ea typeface="Segoe UI"/>
                <a:cs typeface="Segoe UI"/>
              </a:defRPr>
            </a:lvl4pPr>
            <a:lvl5pPr algn="l">
              <a:defRPr sz="2400" b="1">
                <a:solidFill>
                  <a:srgbClr val="17211F"/>
                </a:solidFill>
                <a:latin typeface="Segoe UI"/>
                <a:ea typeface="Segoe UI"/>
                <a:cs typeface="Segoe UI"/>
              </a:defRPr>
            </a:lvl5pPr>
            <a:lvl6pPr algn="l">
              <a:defRPr sz="2400" b="1">
                <a:solidFill>
                  <a:srgbClr val="17211F"/>
                </a:solidFill>
                <a:latin typeface="Segoe UI"/>
                <a:ea typeface="Segoe UI"/>
                <a:cs typeface="Segoe UI"/>
              </a:defRPr>
            </a:lvl6pPr>
            <a:lvl7pPr algn="l">
              <a:defRPr sz="2400" b="1">
                <a:solidFill>
                  <a:srgbClr val="17211F"/>
                </a:solidFill>
                <a:latin typeface="Segoe UI"/>
                <a:ea typeface="Segoe UI"/>
                <a:cs typeface="Segoe UI"/>
              </a:defRPr>
            </a:lvl7pPr>
            <a:lvl8pPr algn="l">
              <a:defRPr sz="2400" b="1">
                <a:solidFill>
                  <a:srgbClr val="17211F"/>
                </a:solidFill>
                <a:latin typeface="Segoe UI"/>
                <a:ea typeface="Segoe UI"/>
                <a:cs typeface="Segoe UI"/>
              </a:defRPr>
            </a:lvl8pPr>
            <a:lvl9pPr algn="l">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Gia hạn</a:t>
            </a:r>
          </a:p>
        </p:txBody>
      </p:sp>
      <p:sp>
        <p:nvSpPr>
          <p:cNvPr id="16" name="">
            <a:extLst xmlns:a="http://schemas.openxmlformats.org/drawingml/2006/main">
              <a:ext uri="{FF2B5EF4-FFF2-40B4-BE49-F238E27FC236}">
                <a16:creationId xmlns:a16="http://schemas.microsoft.com/office/drawing/2014/main" id="{70681942-DCBB-4CE3-9029-4E59A1FDAC8C}"/>
              </a:ext>
            </a:extLst>
          </p:cNvPr>
          <p:cNvSpPr>
            <a:spLocks xmlns:a="http://schemas.openxmlformats.org/drawingml/2006/main" noGrp="1"/>
          </p:cNvSpPr>
          <p:nvPr/>
        </p:nvSpPr>
        <p:spPr>
          <a:xfrm xmlns:a="http://schemas.openxmlformats.org/drawingml/2006/main">
            <a:off x="6419850"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7" name="">
            <a:extLst xmlns:a="http://schemas.openxmlformats.org/drawingml/2006/main">
              <a:ext uri="{FF2B5EF4-FFF2-40B4-BE49-F238E27FC236}">
                <a16:creationId xmlns:a16="http://schemas.microsoft.com/office/drawing/2014/main" id="{DAEC3D80-1934-4566-A457-4701A61CEC2E}"/>
              </a:ext>
            </a:extLst>
          </p:cNvPr>
          <p:cNvSpPr>
            <a:spLocks xmlns:a="http://schemas.openxmlformats.org/drawingml/2006/main" noGrp="1"/>
          </p:cNvSpPr>
          <p:nvPr/>
        </p:nvSpPr>
        <p:spPr>
          <a:xfrm xmlns:a="http://schemas.openxmlformats.org/drawingml/2006/main">
            <a:off x="6419850"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defRPr sz="1650" b="0">
                <a:solidFill>
                  <a:srgbClr val="526660"/>
                </a:solidFill>
                <a:latin typeface="Segoe UI"/>
                <a:ea typeface="Segoe UI"/>
                <a:cs typeface="Segoe UI"/>
              </a:defRPr>
            </a:lvl1pPr>
            <a:lvl2pPr algn="l">
              <a:defRPr sz="1650" b="0">
                <a:solidFill>
                  <a:srgbClr val="526660"/>
                </a:solidFill>
                <a:latin typeface="Segoe UI"/>
                <a:ea typeface="Segoe UI"/>
                <a:cs typeface="Segoe UI"/>
              </a:defRPr>
            </a:lvl2pPr>
            <a:lvl3pPr algn="l">
              <a:defRPr sz="1650" b="0">
                <a:solidFill>
                  <a:srgbClr val="526660"/>
                </a:solidFill>
                <a:latin typeface="Segoe UI"/>
                <a:ea typeface="Segoe UI"/>
                <a:cs typeface="Segoe UI"/>
              </a:defRPr>
            </a:lvl3pPr>
            <a:lvl4pPr algn="l">
              <a:defRPr sz="1650" b="0">
                <a:solidFill>
                  <a:srgbClr val="526660"/>
                </a:solidFill>
                <a:latin typeface="Segoe UI"/>
                <a:ea typeface="Segoe UI"/>
                <a:cs typeface="Segoe UI"/>
              </a:defRPr>
            </a:lvl4pPr>
            <a:lvl5pPr algn="l">
              <a:defRPr sz="1650" b="0">
                <a:solidFill>
                  <a:srgbClr val="526660"/>
                </a:solidFill>
                <a:latin typeface="Segoe UI"/>
                <a:ea typeface="Segoe UI"/>
                <a:cs typeface="Segoe UI"/>
              </a:defRPr>
            </a:lvl5pPr>
            <a:lvl6pPr algn="l">
              <a:defRPr sz="1650" b="0">
                <a:solidFill>
                  <a:srgbClr val="526660"/>
                </a:solidFill>
                <a:latin typeface="Segoe UI"/>
                <a:ea typeface="Segoe UI"/>
                <a:cs typeface="Segoe UI"/>
              </a:defRPr>
            </a:lvl6pPr>
            <a:lvl7pPr algn="l">
              <a:defRPr sz="1650" b="0">
                <a:solidFill>
                  <a:srgbClr val="526660"/>
                </a:solidFill>
                <a:latin typeface="Segoe UI"/>
                <a:ea typeface="Segoe UI"/>
                <a:cs typeface="Segoe UI"/>
              </a:defRPr>
            </a:lvl7pPr>
            <a:lvl8pPr algn="l">
              <a:defRPr sz="1650" b="0">
                <a:solidFill>
                  <a:srgbClr val="526660"/>
                </a:solidFill>
                <a:latin typeface="Segoe UI"/>
                <a:ea typeface="Segoe UI"/>
                <a:cs typeface="Segoe UI"/>
              </a:defRPr>
            </a:lvl8pPr>
            <a:lvl9pPr algn="l">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Áp dụng chính sách và lịch sử</a:t>
            </a:r>
          </a:p>
        </p:txBody>
      </p:sp>
      <p:sp>
        <p:nvSpPr>
          <p:cNvPr id="18" name="">
            <a:extLst xmlns:a="http://schemas.openxmlformats.org/drawingml/2006/main">
              <a:ext uri="{FF2B5EF4-FFF2-40B4-BE49-F238E27FC236}">
                <a16:creationId xmlns:a16="http://schemas.microsoft.com/office/drawing/2014/main" id="{C06E6CD3-B4E5-40B7-A3A1-ADFB744D3F0A}"/>
              </a:ext>
            </a:extLst>
          </p:cNvPr>
          <p:cNvSpPr>
            <a:spLocks xmlns:a="http://schemas.openxmlformats.org/drawingml/2006/main" noGrp="1"/>
          </p:cNvSpPr>
          <p:nvPr/>
        </p:nvSpPr>
        <p:spPr>
          <a:xfrm xmlns:a="http://schemas.openxmlformats.org/drawingml/2006/main">
            <a:off x="9267825"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defRPr sz="3300" b="1">
                <a:solidFill>
                  <a:srgbClr val="0F766E"/>
                </a:solidFill>
                <a:latin typeface="Segoe UI"/>
                <a:ea typeface="Segoe UI"/>
                <a:cs typeface="Segoe UI"/>
              </a:defRPr>
            </a:lvl1pPr>
            <a:lvl2pPr algn="l">
              <a:defRPr sz="3300" b="1">
                <a:solidFill>
                  <a:srgbClr val="0F766E"/>
                </a:solidFill>
                <a:latin typeface="Segoe UI"/>
                <a:ea typeface="Segoe UI"/>
                <a:cs typeface="Segoe UI"/>
              </a:defRPr>
            </a:lvl2pPr>
            <a:lvl3pPr algn="l">
              <a:defRPr sz="3300" b="1">
                <a:solidFill>
                  <a:srgbClr val="0F766E"/>
                </a:solidFill>
                <a:latin typeface="Segoe UI"/>
                <a:ea typeface="Segoe UI"/>
                <a:cs typeface="Segoe UI"/>
              </a:defRPr>
            </a:lvl3pPr>
            <a:lvl4pPr algn="l">
              <a:defRPr sz="3300" b="1">
                <a:solidFill>
                  <a:srgbClr val="0F766E"/>
                </a:solidFill>
                <a:latin typeface="Segoe UI"/>
                <a:ea typeface="Segoe UI"/>
                <a:cs typeface="Segoe UI"/>
              </a:defRPr>
            </a:lvl4pPr>
            <a:lvl5pPr algn="l">
              <a:defRPr sz="3300" b="1">
                <a:solidFill>
                  <a:srgbClr val="0F766E"/>
                </a:solidFill>
                <a:latin typeface="Segoe UI"/>
                <a:ea typeface="Segoe UI"/>
                <a:cs typeface="Segoe UI"/>
              </a:defRPr>
            </a:lvl5pPr>
            <a:lvl6pPr algn="l">
              <a:defRPr sz="3300" b="1">
                <a:solidFill>
                  <a:srgbClr val="0F766E"/>
                </a:solidFill>
                <a:latin typeface="Segoe UI"/>
                <a:ea typeface="Segoe UI"/>
                <a:cs typeface="Segoe UI"/>
              </a:defRPr>
            </a:lvl6pPr>
            <a:lvl7pPr algn="l">
              <a:defRPr sz="3300" b="1">
                <a:solidFill>
                  <a:srgbClr val="0F766E"/>
                </a:solidFill>
                <a:latin typeface="Segoe UI"/>
                <a:ea typeface="Segoe UI"/>
                <a:cs typeface="Segoe UI"/>
              </a:defRPr>
            </a:lvl7pPr>
            <a:lvl8pPr algn="l">
              <a:defRPr sz="3300" b="1">
                <a:solidFill>
                  <a:srgbClr val="0F766E"/>
                </a:solidFill>
                <a:latin typeface="Segoe UI"/>
                <a:ea typeface="Segoe UI"/>
                <a:cs typeface="Segoe UI"/>
              </a:defRPr>
            </a:lvl8pPr>
            <a:lvl9pPr algn="l">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04</a:t>
            </a:r>
          </a:p>
        </p:txBody>
      </p:sp>
      <p:sp>
        <p:nvSpPr>
          <p:cNvPr id="19" name="">
            <a:extLst xmlns:a="http://schemas.openxmlformats.org/drawingml/2006/main">
              <a:ext uri="{FF2B5EF4-FFF2-40B4-BE49-F238E27FC236}">
                <a16:creationId xmlns:a16="http://schemas.microsoft.com/office/drawing/2014/main" id="{AC57E3A8-232F-40CC-B693-E0F8685416A3}"/>
              </a:ext>
            </a:extLst>
          </p:cNvPr>
          <p:cNvSpPr>
            <a:spLocks xmlns:a="http://schemas.openxmlformats.org/drawingml/2006/main" noGrp="1"/>
          </p:cNvSpPr>
          <p:nvPr/>
        </p:nvSpPr>
        <p:spPr>
          <a:xfrm xmlns:a="http://schemas.openxmlformats.org/drawingml/2006/main">
            <a:off x="9267825"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defRPr sz="2400" b="1">
                <a:solidFill>
                  <a:srgbClr val="17211F"/>
                </a:solidFill>
                <a:latin typeface="Segoe UI"/>
                <a:ea typeface="Segoe UI"/>
                <a:cs typeface="Segoe UI"/>
              </a:defRPr>
            </a:lvl1pPr>
            <a:lvl2pPr algn="l">
              <a:defRPr sz="2400" b="1">
                <a:solidFill>
                  <a:srgbClr val="17211F"/>
                </a:solidFill>
                <a:latin typeface="Segoe UI"/>
                <a:ea typeface="Segoe UI"/>
                <a:cs typeface="Segoe UI"/>
              </a:defRPr>
            </a:lvl2pPr>
            <a:lvl3pPr algn="l">
              <a:defRPr sz="2400" b="1">
                <a:solidFill>
                  <a:srgbClr val="17211F"/>
                </a:solidFill>
                <a:latin typeface="Segoe UI"/>
                <a:ea typeface="Segoe UI"/>
                <a:cs typeface="Segoe UI"/>
              </a:defRPr>
            </a:lvl3pPr>
            <a:lvl4pPr algn="l">
              <a:defRPr sz="2400" b="1">
                <a:solidFill>
                  <a:srgbClr val="17211F"/>
                </a:solidFill>
                <a:latin typeface="Segoe UI"/>
                <a:ea typeface="Segoe UI"/>
                <a:cs typeface="Segoe UI"/>
              </a:defRPr>
            </a:lvl4pPr>
            <a:lvl5pPr algn="l">
              <a:defRPr sz="2400" b="1">
                <a:solidFill>
                  <a:srgbClr val="17211F"/>
                </a:solidFill>
                <a:latin typeface="Segoe UI"/>
                <a:ea typeface="Segoe UI"/>
                <a:cs typeface="Segoe UI"/>
              </a:defRPr>
            </a:lvl5pPr>
            <a:lvl6pPr algn="l">
              <a:defRPr sz="2400" b="1">
                <a:solidFill>
                  <a:srgbClr val="17211F"/>
                </a:solidFill>
                <a:latin typeface="Segoe UI"/>
                <a:ea typeface="Segoe UI"/>
                <a:cs typeface="Segoe UI"/>
              </a:defRPr>
            </a:lvl6pPr>
            <a:lvl7pPr algn="l">
              <a:defRPr sz="2400" b="1">
                <a:solidFill>
                  <a:srgbClr val="17211F"/>
                </a:solidFill>
                <a:latin typeface="Segoe UI"/>
                <a:ea typeface="Segoe UI"/>
                <a:cs typeface="Segoe UI"/>
              </a:defRPr>
            </a:lvl7pPr>
            <a:lvl8pPr algn="l">
              <a:defRPr sz="2400" b="1">
                <a:solidFill>
                  <a:srgbClr val="17211F"/>
                </a:solidFill>
                <a:latin typeface="Segoe UI"/>
                <a:ea typeface="Segoe UI"/>
                <a:cs typeface="Segoe UI"/>
              </a:defRPr>
            </a:lvl8pPr>
            <a:lvl9pPr algn="l">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Giữ chỗ</a:t>
            </a:r>
          </a:p>
        </p:txBody>
      </p:sp>
      <p:sp>
        <p:nvSpPr>
          <p:cNvPr id="20" name="">
            <a:extLst xmlns:a="http://schemas.openxmlformats.org/drawingml/2006/main">
              <a:ext uri="{FF2B5EF4-FFF2-40B4-BE49-F238E27FC236}">
                <a16:creationId xmlns:a16="http://schemas.microsoft.com/office/drawing/2014/main" id="{137BC5D1-5777-41D1-AC86-DAD9883E0553}"/>
              </a:ext>
            </a:extLst>
          </p:cNvPr>
          <p:cNvSpPr>
            <a:spLocks xmlns:a="http://schemas.openxmlformats.org/drawingml/2006/main" noGrp="1"/>
          </p:cNvSpPr>
          <p:nvPr/>
        </p:nvSpPr>
        <p:spPr>
          <a:xfrm xmlns:a="http://schemas.openxmlformats.org/drawingml/2006/main">
            <a:off x="9267825"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21" name="">
            <a:extLst xmlns:a="http://schemas.openxmlformats.org/drawingml/2006/main">
              <a:ext uri="{FF2B5EF4-FFF2-40B4-BE49-F238E27FC236}">
                <a16:creationId xmlns:a16="http://schemas.microsoft.com/office/drawing/2014/main" id="{826CC241-25D7-4F0B-889E-D791EC6C216C}"/>
              </a:ext>
            </a:extLst>
          </p:cNvPr>
          <p:cNvSpPr>
            <a:spLocks xmlns:a="http://schemas.openxmlformats.org/drawingml/2006/main" noGrp="1"/>
          </p:cNvSpPr>
          <p:nvPr/>
        </p:nvSpPr>
        <p:spPr>
          <a:xfrm xmlns:a="http://schemas.openxmlformats.org/drawingml/2006/main">
            <a:off x="9267825"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defRPr sz="1650" b="0">
                <a:solidFill>
                  <a:srgbClr val="526660"/>
                </a:solidFill>
                <a:latin typeface="Segoe UI"/>
                <a:ea typeface="Segoe UI"/>
                <a:cs typeface="Segoe UI"/>
              </a:defRPr>
            </a:lvl1pPr>
            <a:lvl2pPr algn="l">
              <a:defRPr sz="1650" b="0">
                <a:solidFill>
                  <a:srgbClr val="526660"/>
                </a:solidFill>
                <a:latin typeface="Segoe UI"/>
                <a:ea typeface="Segoe UI"/>
                <a:cs typeface="Segoe UI"/>
              </a:defRPr>
            </a:lvl2pPr>
            <a:lvl3pPr algn="l">
              <a:defRPr sz="1650" b="0">
                <a:solidFill>
                  <a:srgbClr val="526660"/>
                </a:solidFill>
                <a:latin typeface="Segoe UI"/>
                <a:ea typeface="Segoe UI"/>
                <a:cs typeface="Segoe UI"/>
              </a:defRPr>
            </a:lvl3pPr>
            <a:lvl4pPr algn="l">
              <a:defRPr sz="1650" b="0">
                <a:solidFill>
                  <a:srgbClr val="526660"/>
                </a:solidFill>
                <a:latin typeface="Segoe UI"/>
                <a:ea typeface="Segoe UI"/>
                <a:cs typeface="Segoe UI"/>
              </a:defRPr>
            </a:lvl4pPr>
            <a:lvl5pPr algn="l">
              <a:defRPr sz="1650" b="0">
                <a:solidFill>
                  <a:srgbClr val="526660"/>
                </a:solidFill>
                <a:latin typeface="Segoe UI"/>
                <a:ea typeface="Segoe UI"/>
                <a:cs typeface="Segoe UI"/>
              </a:defRPr>
            </a:lvl5pPr>
            <a:lvl6pPr algn="l">
              <a:defRPr sz="1650" b="0">
                <a:solidFill>
                  <a:srgbClr val="526660"/>
                </a:solidFill>
                <a:latin typeface="Segoe UI"/>
                <a:ea typeface="Segoe UI"/>
                <a:cs typeface="Segoe UI"/>
              </a:defRPr>
            </a:lvl6pPr>
            <a:lvl7pPr algn="l">
              <a:defRPr sz="1650" b="0">
                <a:solidFill>
                  <a:srgbClr val="526660"/>
                </a:solidFill>
                <a:latin typeface="Segoe UI"/>
                <a:ea typeface="Segoe UI"/>
                <a:cs typeface="Segoe UI"/>
              </a:defRPr>
            </a:lvl7pPr>
            <a:lvl8pPr algn="l">
              <a:defRPr sz="1650" b="0">
                <a:solidFill>
                  <a:srgbClr val="526660"/>
                </a:solidFill>
                <a:latin typeface="Segoe UI"/>
                <a:ea typeface="Segoe UI"/>
                <a:cs typeface="Segoe UI"/>
              </a:defRPr>
            </a:lvl8pPr>
            <a:lvl9pPr algn="l">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Xếp yêu cầu theo Book/chi nhánh</a:t>
            </a:r>
          </a:p>
        </p:txBody>
      </p:sp>
      <p:sp>
        <p:nvSpPr>
          <p:cNvPr id="22" name="">
            <a:extLst xmlns:a="http://schemas.openxmlformats.org/drawingml/2006/main">
              <a:ext uri="{FF2B5EF4-FFF2-40B4-BE49-F238E27FC236}">
                <a16:creationId xmlns:a16="http://schemas.microsoft.com/office/drawing/2014/main" id="{A495AB5E-917B-4C9F-AC74-5AD991E72D70}"/>
              </a:ext>
            </a:extLst>
          </p:cNvPr>
          <p:cNvSpPr>
            <a:spLocks xmlns:a="http://schemas.openxmlformats.org/drawingml/2006/main" noGrp="1"/>
          </p:cNvSpPr>
          <p:nvPr/>
        </p:nvSpPr>
        <p:spPr>
          <a:xfrm xmlns:a="http://schemas.openxmlformats.org/drawingml/2006/main">
            <a:off x="714375" y="5105400"/>
            <a:ext cx="10734675" cy="590550"/>
          </a:xfrm>
          <a:prstGeom xmlns:a="http://schemas.openxmlformats.org/drawingml/2006/main" prst="roundRect">
            <a:avLst>
              <a:gd name="adj" fmla="val 16129"/>
            </a:avLst>
          </a:prstGeom>
          <a:solidFill xmlns:a="http://schemas.openxmlformats.org/drawingml/2006/main">
            <a:srgbClr val="F4F0D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24C6728-84D6-430A-BB2B-742128B51EAA}"/>
              </a:ext>
            </a:extLst>
          </p:cNvPr>
          <p:cNvSpPr>
            <a:spLocks xmlns:a="http://schemas.openxmlformats.org/drawingml/2006/main" noGrp="1"/>
          </p:cNvSpPr>
          <p:nvPr/>
        </p:nvSpPr>
        <p:spPr>
          <a:xfrm xmlns:a="http://schemas.openxmlformats.org/drawingml/2006/main">
            <a:off x="904875" y="5257800"/>
            <a:ext cx="10353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C403C"/>
                </a:solidFill>
                <a:latin typeface="Segoe UI"/>
                <a:ea typeface="Segoe UI"/>
                <a:cs typeface="Segoe UI"/>
              </a:defRPr>
            </a:defPPr>
            <a:lvl1pPr algn="l">
              <a:defRPr sz="1725" b="1">
                <a:solidFill>
                  <a:srgbClr val="0C403C"/>
                </a:solidFill>
                <a:latin typeface="Segoe UI"/>
                <a:ea typeface="Segoe UI"/>
                <a:cs typeface="Segoe UI"/>
              </a:defRPr>
            </a:lvl1pPr>
            <a:lvl2pPr algn="l">
              <a:defRPr sz="1725" b="1">
                <a:solidFill>
                  <a:srgbClr val="0C403C"/>
                </a:solidFill>
                <a:latin typeface="Segoe UI"/>
                <a:ea typeface="Segoe UI"/>
                <a:cs typeface="Segoe UI"/>
              </a:defRPr>
            </a:lvl2pPr>
            <a:lvl3pPr algn="l">
              <a:defRPr sz="1725" b="1">
                <a:solidFill>
                  <a:srgbClr val="0C403C"/>
                </a:solidFill>
                <a:latin typeface="Segoe UI"/>
                <a:ea typeface="Segoe UI"/>
                <a:cs typeface="Segoe UI"/>
              </a:defRPr>
            </a:lvl3pPr>
            <a:lvl4pPr algn="l">
              <a:defRPr sz="1725" b="1">
                <a:solidFill>
                  <a:srgbClr val="0C403C"/>
                </a:solidFill>
                <a:latin typeface="Segoe UI"/>
                <a:ea typeface="Segoe UI"/>
                <a:cs typeface="Segoe UI"/>
              </a:defRPr>
            </a:lvl4pPr>
            <a:lvl5pPr algn="l">
              <a:defRPr sz="1725" b="1">
                <a:solidFill>
                  <a:srgbClr val="0C403C"/>
                </a:solidFill>
                <a:latin typeface="Segoe UI"/>
                <a:ea typeface="Segoe UI"/>
                <a:cs typeface="Segoe UI"/>
              </a:defRPr>
            </a:lvl5pPr>
            <a:lvl6pPr algn="l">
              <a:defRPr sz="1725" b="1">
                <a:solidFill>
                  <a:srgbClr val="0C403C"/>
                </a:solidFill>
                <a:latin typeface="Segoe UI"/>
                <a:ea typeface="Segoe UI"/>
                <a:cs typeface="Segoe UI"/>
              </a:defRPr>
            </a:lvl6pPr>
            <a:lvl7pPr algn="l">
              <a:defRPr sz="1725" b="1">
                <a:solidFill>
                  <a:srgbClr val="0C403C"/>
                </a:solidFill>
                <a:latin typeface="Segoe UI"/>
                <a:ea typeface="Segoe UI"/>
                <a:cs typeface="Segoe UI"/>
              </a:defRPr>
            </a:lvl7pPr>
            <a:lvl8pPr algn="l">
              <a:defRPr sz="1725" b="1">
                <a:solidFill>
                  <a:srgbClr val="0C403C"/>
                </a:solidFill>
                <a:latin typeface="Segoe UI"/>
                <a:ea typeface="Segoe UI"/>
                <a:cs typeface="Segoe UI"/>
              </a:defRPr>
            </a:lvl8pPr>
            <a:lvl9pPr algn="l">
              <a:defRPr sz="1725" b="1">
                <a:solidFill>
                  <a:srgbClr val="0C403C"/>
                </a:solidFill>
                <a:latin typeface="Segoe UI"/>
                <a:ea typeface="Segoe UI"/>
                <a:cs typeface="Segoe UI"/>
              </a:defRPr>
            </a:lvl9pPr>
          </a:lstStyle>
          <a:p xmlns:a="http://schemas.openxmlformats.org/drawingml/2006/main">
            <a:pPr algn="l">
              <a:lnSpc>
                <a:spcPct val="108000"/>
              </a:lnSpc>
              <a:buNone/>
              <a:defRPr sz="1725" b="1">
                <a:solidFill>
                  <a:srgbClr val="0C403C"/>
                </a:solidFill>
                <a:latin typeface="Segoe UI"/>
                <a:ea typeface="Segoe UI"/>
                <a:cs typeface="Segoe UI"/>
              </a:defRPr>
            </a:pPr>
            <a:r>
              <a:rPr sz="1725" b="1">
                <a:solidFill>
                  <a:srgbClr val="0C403C"/>
                </a:solidFill>
                <a:latin typeface="Segoe UI"/>
                <a:ea typeface="Segoe UI"/>
                <a:cs typeface="Segoe UI"/>
              </a:rPr>
              <a:t>Các thay đổi BookCopy được kiểm tra trạng thái và phiên bản trong Core.</a:t>
            </a:r>
          </a:p>
        </p:txBody>
      </p:sp>
    </p:spTree>
    <p:extLst>
      <p:ext uri="{BB962C8B-B14F-4D97-AF65-F5344CB8AC3E}">
        <p14:creationId xmlns:p14="http://schemas.microsoft.com/office/powerpoint/2010/main" val="958072843"/>
      </p:ext>
    </p:extLst>
  </p:cSld>
</p:sld>
</file>

<file path=ppt/slides/slide9.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02A1B66-2AD8-4041-8AB6-3C47587D0742}"/>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5</a:t>
            </a:r>
          </a:p>
        </p:txBody>
      </p:sp>
      <p:sp>
        <p:nvSpPr>
          <p:cNvPr id="2" name="">
            <a:extLst xmlns:a="http://schemas.openxmlformats.org/drawingml/2006/main">
              <a:ext uri="{FF2B5EF4-FFF2-40B4-BE49-F238E27FC236}">
                <a16:creationId xmlns:a16="http://schemas.microsoft.com/office/drawing/2014/main" id="{7101C60D-8EF7-4CA9-9DF4-000E15B47657}"/>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Kiểm kê theo phiên và snapshot</a:t>
            </a:r>
          </a:p>
        </p:txBody>
      </p:sp>
      <p:sp>
        <p:nvSpPr>
          <p:cNvPr id="3" name="">
            <a:extLst xmlns:a="http://schemas.openxmlformats.org/drawingml/2006/main">
              <a:ext uri="{FF2B5EF4-FFF2-40B4-BE49-F238E27FC236}">
                <a16:creationId xmlns:a16="http://schemas.microsoft.com/office/drawing/2014/main" id="{731E1EBE-958F-431C-AB2F-59516E7F6C63}"/>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A37CD8CC-4AD2-4EDD-95E3-66EF94A79838}"/>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83ABC1F4-D270-4166-87A7-D209EE0D8068}"/>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09</a:t>
            </a:r>
          </a:p>
        </p:txBody>
      </p:sp>
      <p:sp>
        <p:nvSpPr>
          <p:cNvPr id="6" name="">
            <a:extLst xmlns:a="http://schemas.openxmlformats.org/drawingml/2006/main">
              <a:ext uri="{FF2B5EF4-FFF2-40B4-BE49-F238E27FC236}">
                <a16:creationId xmlns:a16="http://schemas.microsoft.com/office/drawing/2014/main" id="{F3C59EFF-0027-4292-835E-C9CA192E0D74}"/>
              </a:ext>
            </a:extLst>
          </p:cNvPr>
          <p:cNvSpPr>
            <a:spLocks xmlns:a="http://schemas.openxmlformats.org/drawingml/2006/main" noGrp="1"/>
          </p:cNvSpPr>
          <p:nvPr/>
        </p:nvSpPr>
        <p:spPr>
          <a:xfrm xmlns:a="http://schemas.openxmlformats.org/drawingml/2006/main">
            <a:off x="685800" y="2266950"/>
            <a:ext cx="20383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8BB74ED9-6E83-40BB-8ED3-E47B1111EFB1}"/>
              </a:ext>
            </a:extLst>
          </p:cNvPr>
          <p:cNvSpPr>
            <a:spLocks xmlns:a="http://schemas.openxmlformats.org/drawingml/2006/main" noGrp="1"/>
          </p:cNvSpPr>
          <p:nvPr/>
        </p:nvSpPr>
        <p:spPr>
          <a:xfrm xmlns:a="http://schemas.openxmlformats.org/drawingml/2006/main">
            <a:off x="819150"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defRPr sz="1500" b="1">
                <a:solidFill>
                  <a:srgbClr val="17211F"/>
                </a:solidFill>
                <a:latin typeface="Segoe UI"/>
                <a:ea typeface="Segoe UI"/>
                <a:cs typeface="Segoe UI"/>
              </a:defRPr>
            </a:lvl1pPr>
            <a:lvl2pPr algn="ctr">
              <a:defRPr sz="1500" b="1">
                <a:solidFill>
                  <a:srgbClr val="17211F"/>
                </a:solidFill>
                <a:latin typeface="Segoe UI"/>
                <a:ea typeface="Segoe UI"/>
                <a:cs typeface="Segoe UI"/>
              </a:defRPr>
            </a:lvl2pPr>
            <a:lvl3pPr algn="ctr">
              <a:defRPr sz="1500" b="1">
                <a:solidFill>
                  <a:srgbClr val="17211F"/>
                </a:solidFill>
                <a:latin typeface="Segoe UI"/>
                <a:ea typeface="Segoe UI"/>
                <a:cs typeface="Segoe UI"/>
              </a:defRPr>
            </a:lvl3pPr>
            <a:lvl4pPr algn="ctr">
              <a:defRPr sz="1500" b="1">
                <a:solidFill>
                  <a:srgbClr val="17211F"/>
                </a:solidFill>
                <a:latin typeface="Segoe UI"/>
                <a:ea typeface="Segoe UI"/>
                <a:cs typeface="Segoe UI"/>
              </a:defRPr>
            </a:lvl4pPr>
            <a:lvl5pPr algn="ctr">
              <a:defRPr sz="1500" b="1">
                <a:solidFill>
                  <a:srgbClr val="17211F"/>
                </a:solidFill>
                <a:latin typeface="Segoe UI"/>
                <a:ea typeface="Segoe UI"/>
                <a:cs typeface="Segoe UI"/>
              </a:defRPr>
            </a:lvl5pPr>
            <a:lvl6pPr algn="ctr">
              <a:defRPr sz="1500" b="1">
                <a:solidFill>
                  <a:srgbClr val="17211F"/>
                </a:solidFill>
                <a:latin typeface="Segoe UI"/>
                <a:ea typeface="Segoe UI"/>
                <a:cs typeface="Segoe UI"/>
              </a:defRPr>
            </a:lvl6pPr>
            <a:lvl7pPr algn="ctr">
              <a:defRPr sz="1500" b="1">
                <a:solidFill>
                  <a:srgbClr val="17211F"/>
                </a:solidFill>
                <a:latin typeface="Segoe UI"/>
                <a:ea typeface="Segoe UI"/>
                <a:cs typeface="Segoe UI"/>
              </a:defRPr>
            </a:lvl7pPr>
            <a:lvl8pPr algn="ctr">
              <a:defRPr sz="1500" b="1">
                <a:solidFill>
                  <a:srgbClr val="17211F"/>
                </a:solidFill>
                <a:latin typeface="Segoe UI"/>
                <a:ea typeface="Segoe UI"/>
                <a:cs typeface="Segoe UI"/>
              </a:defRPr>
            </a:lvl8pPr>
            <a:lvl9pPr algn="ctr">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Mở phiên</a:t>
            </a:r>
          </a:p>
        </p:txBody>
      </p:sp>
      <p:sp>
        <p:nvSpPr>
          <p:cNvPr id="8" name="">
            <a:extLst xmlns:a="http://schemas.openxmlformats.org/drawingml/2006/main">
              <a:ext uri="{FF2B5EF4-FFF2-40B4-BE49-F238E27FC236}">
                <a16:creationId xmlns:a16="http://schemas.microsoft.com/office/drawing/2014/main" id="{267C164A-A7C3-44FB-BA97-B8D5CAC54595}"/>
              </a:ext>
            </a:extLst>
          </p:cNvPr>
          <p:cNvSpPr>
            <a:spLocks xmlns:a="http://schemas.openxmlformats.org/drawingml/2006/main" noGrp="1"/>
          </p:cNvSpPr>
          <p:nvPr/>
        </p:nvSpPr>
        <p:spPr>
          <a:xfrm xmlns:a="http://schemas.openxmlformats.org/drawingml/2006/main">
            <a:off x="2724150"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9" name="">
            <a:extLst xmlns:a="http://schemas.openxmlformats.org/drawingml/2006/main">
              <a:ext uri="{FF2B5EF4-FFF2-40B4-BE49-F238E27FC236}">
                <a16:creationId xmlns:a16="http://schemas.microsoft.com/office/drawing/2014/main" id="{E3BC816C-9A24-4E0C-8F40-13A0DCC58CC8}"/>
              </a:ext>
            </a:extLst>
          </p:cNvPr>
          <p:cNvSpPr>
            <a:spLocks xmlns:a="http://schemas.openxmlformats.org/drawingml/2006/main" noGrp="1"/>
          </p:cNvSpPr>
          <p:nvPr/>
        </p:nvSpPr>
        <p:spPr>
          <a:xfrm xmlns:a="http://schemas.openxmlformats.org/drawingml/2006/main">
            <a:off x="3076575"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34BCDA33-7995-4AC8-9858-20E32B0E9FA8}"/>
              </a:ext>
            </a:extLst>
          </p:cNvPr>
          <p:cNvSpPr>
            <a:spLocks xmlns:a="http://schemas.openxmlformats.org/drawingml/2006/main" noGrp="1"/>
          </p:cNvSpPr>
          <p:nvPr/>
        </p:nvSpPr>
        <p:spPr>
          <a:xfrm xmlns:a="http://schemas.openxmlformats.org/drawingml/2006/main">
            <a:off x="3209925"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defRPr sz="1500" b="1">
                <a:solidFill>
                  <a:srgbClr val="17211F"/>
                </a:solidFill>
                <a:latin typeface="Segoe UI"/>
                <a:ea typeface="Segoe UI"/>
                <a:cs typeface="Segoe UI"/>
              </a:defRPr>
            </a:lvl1pPr>
            <a:lvl2pPr algn="ctr">
              <a:defRPr sz="1500" b="1">
                <a:solidFill>
                  <a:srgbClr val="17211F"/>
                </a:solidFill>
                <a:latin typeface="Segoe UI"/>
                <a:ea typeface="Segoe UI"/>
                <a:cs typeface="Segoe UI"/>
              </a:defRPr>
            </a:lvl2pPr>
            <a:lvl3pPr algn="ctr">
              <a:defRPr sz="1500" b="1">
                <a:solidFill>
                  <a:srgbClr val="17211F"/>
                </a:solidFill>
                <a:latin typeface="Segoe UI"/>
                <a:ea typeface="Segoe UI"/>
                <a:cs typeface="Segoe UI"/>
              </a:defRPr>
            </a:lvl3pPr>
            <a:lvl4pPr algn="ctr">
              <a:defRPr sz="1500" b="1">
                <a:solidFill>
                  <a:srgbClr val="17211F"/>
                </a:solidFill>
                <a:latin typeface="Segoe UI"/>
                <a:ea typeface="Segoe UI"/>
                <a:cs typeface="Segoe UI"/>
              </a:defRPr>
            </a:lvl4pPr>
            <a:lvl5pPr algn="ctr">
              <a:defRPr sz="1500" b="1">
                <a:solidFill>
                  <a:srgbClr val="17211F"/>
                </a:solidFill>
                <a:latin typeface="Segoe UI"/>
                <a:ea typeface="Segoe UI"/>
                <a:cs typeface="Segoe UI"/>
              </a:defRPr>
            </a:lvl5pPr>
            <a:lvl6pPr algn="ctr">
              <a:defRPr sz="1500" b="1">
                <a:solidFill>
                  <a:srgbClr val="17211F"/>
                </a:solidFill>
                <a:latin typeface="Segoe UI"/>
                <a:ea typeface="Segoe UI"/>
                <a:cs typeface="Segoe UI"/>
              </a:defRPr>
            </a:lvl6pPr>
            <a:lvl7pPr algn="ctr">
              <a:defRPr sz="1500" b="1">
                <a:solidFill>
                  <a:srgbClr val="17211F"/>
                </a:solidFill>
                <a:latin typeface="Segoe UI"/>
                <a:ea typeface="Segoe UI"/>
                <a:cs typeface="Segoe UI"/>
              </a:defRPr>
            </a:lvl7pPr>
            <a:lvl8pPr algn="ctr">
              <a:defRPr sz="1500" b="1">
                <a:solidFill>
                  <a:srgbClr val="17211F"/>
                </a:solidFill>
                <a:latin typeface="Segoe UI"/>
                <a:ea typeface="Segoe UI"/>
                <a:cs typeface="Segoe UI"/>
              </a:defRPr>
            </a:lvl8pPr>
            <a:lvl9pPr algn="ctr">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Lưu snapshot</a:t>
            </a:r>
          </a:p>
        </p:txBody>
      </p:sp>
      <p:sp>
        <p:nvSpPr>
          <p:cNvPr id="11" name="">
            <a:extLst xmlns:a="http://schemas.openxmlformats.org/drawingml/2006/main">
              <a:ext uri="{FF2B5EF4-FFF2-40B4-BE49-F238E27FC236}">
                <a16:creationId xmlns:a16="http://schemas.microsoft.com/office/drawing/2014/main" id="{AB2E4210-AD8B-4DDC-9823-C08616DD90E7}"/>
              </a:ext>
            </a:extLst>
          </p:cNvPr>
          <p:cNvSpPr>
            <a:spLocks xmlns:a="http://schemas.openxmlformats.org/drawingml/2006/main" noGrp="1"/>
          </p:cNvSpPr>
          <p:nvPr/>
        </p:nvSpPr>
        <p:spPr>
          <a:xfrm xmlns:a="http://schemas.openxmlformats.org/drawingml/2006/main">
            <a:off x="5114925"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0EB405E0-0F1F-49E3-ACC9-657C69BED658}"/>
              </a:ext>
            </a:extLst>
          </p:cNvPr>
          <p:cNvSpPr>
            <a:spLocks xmlns:a="http://schemas.openxmlformats.org/drawingml/2006/main" noGrp="1"/>
          </p:cNvSpPr>
          <p:nvPr/>
        </p:nvSpPr>
        <p:spPr>
          <a:xfrm xmlns:a="http://schemas.openxmlformats.org/drawingml/2006/main">
            <a:off x="5467350"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3" name="">
            <a:extLst xmlns:a="http://schemas.openxmlformats.org/drawingml/2006/main">
              <a:ext uri="{FF2B5EF4-FFF2-40B4-BE49-F238E27FC236}">
                <a16:creationId xmlns:a16="http://schemas.microsoft.com/office/drawing/2014/main" id="{BF6D70EF-5E17-4288-9E66-F8400FB3E647}"/>
              </a:ext>
            </a:extLst>
          </p:cNvPr>
          <p:cNvSpPr>
            <a:spLocks xmlns:a="http://schemas.openxmlformats.org/drawingml/2006/main" noGrp="1"/>
          </p:cNvSpPr>
          <p:nvPr/>
        </p:nvSpPr>
        <p:spPr>
          <a:xfrm xmlns:a="http://schemas.openxmlformats.org/drawingml/2006/main">
            <a:off x="5600700"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defRPr sz="1500" b="1">
                <a:solidFill>
                  <a:srgbClr val="17211F"/>
                </a:solidFill>
                <a:latin typeface="Segoe UI"/>
                <a:ea typeface="Segoe UI"/>
                <a:cs typeface="Segoe UI"/>
              </a:defRPr>
            </a:lvl1pPr>
            <a:lvl2pPr algn="ctr">
              <a:defRPr sz="1500" b="1">
                <a:solidFill>
                  <a:srgbClr val="17211F"/>
                </a:solidFill>
                <a:latin typeface="Segoe UI"/>
                <a:ea typeface="Segoe UI"/>
                <a:cs typeface="Segoe UI"/>
              </a:defRPr>
            </a:lvl2pPr>
            <a:lvl3pPr algn="ctr">
              <a:defRPr sz="1500" b="1">
                <a:solidFill>
                  <a:srgbClr val="17211F"/>
                </a:solidFill>
                <a:latin typeface="Segoe UI"/>
                <a:ea typeface="Segoe UI"/>
                <a:cs typeface="Segoe UI"/>
              </a:defRPr>
            </a:lvl3pPr>
            <a:lvl4pPr algn="ctr">
              <a:defRPr sz="1500" b="1">
                <a:solidFill>
                  <a:srgbClr val="17211F"/>
                </a:solidFill>
                <a:latin typeface="Segoe UI"/>
                <a:ea typeface="Segoe UI"/>
                <a:cs typeface="Segoe UI"/>
              </a:defRPr>
            </a:lvl4pPr>
            <a:lvl5pPr algn="ctr">
              <a:defRPr sz="1500" b="1">
                <a:solidFill>
                  <a:srgbClr val="17211F"/>
                </a:solidFill>
                <a:latin typeface="Segoe UI"/>
                <a:ea typeface="Segoe UI"/>
                <a:cs typeface="Segoe UI"/>
              </a:defRPr>
            </a:lvl5pPr>
            <a:lvl6pPr algn="ctr">
              <a:defRPr sz="1500" b="1">
                <a:solidFill>
                  <a:srgbClr val="17211F"/>
                </a:solidFill>
                <a:latin typeface="Segoe UI"/>
                <a:ea typeface="Segoe UI"/>
                <a:cs typeface="Segoe UI"/>
              </a:defRPr>
            </a:lvl6pPr>
            <a:lvl7pPr algn="ctr">
              <a:defRPr sz="1500" b="1">
                <a:solidFill>
                  <a:srgbClr val="17211F"/>
                </a:solidFill>
                <a:latin typeface="Segoe UI"/>
                <a:ea typeface="Segoe UI"/>
                <a:cs typeface="Segoe UI"/>
              </a:defRPr>
            </a:lvl7pPr>
            <a:lvl8pPr algn="ctr">
              <a:defRPr sz="1500" b="1">
                <a:solidFill>
                  <a:srgbClr val="17211F"/>
                </a:solidFill>
                <a:latin typeface="Segoe UI"/>
                <a:ea typeface="Segoe UI"/>
                <a:cs typeface="Segoe UI"/>
              </a:defRPr>
            </a:lvl8pPr>
            <a:lvl9pPr algn="ctr">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Quét mã vạch</a:t>
            </a:r>
          </a:p>
        </p:txBody>
      </p:sp>
      <p:sp>
        <p:nvSpPr>
          <p:cNvPr id="14" name="">
            <a:extLst xmlns:a="http://schemas.openxmlformats.org/drawingml/2006/main">
              <a:ext uri="{FF2B5EF4-FFF2-40B4-BE49-F238E27FC236}">
                <a16:creationId xmlns:a16="http://schemas.microsoft.com/office/drawing/2014/main" id="{70B43511-58DC-433B-88CA-4C39A1F8E0F2}"/>
              </a:ext>
            </a:extLst>
          </p:cNvPr>
          <p:cNvSpPr>
            <a:spLocks xmlns:a="http://schemas.openxmlformats.org/drawingml/2006/main" noGrp="1"/>
          </p:cNvSpPr>
          <p:nvPr/>
        </p:nvSpPr>
        <p:spPr>
          <a:xfrm xmlns:a="http://schemas.openxmlformats.org/drawingml/2006/main">
            <a:off x="7505700"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69EB1CF6-44A6-4BF4-B795-668BD03F1AAF}"/>
              </a:ext>
            </a:extLst>
          </p:cNvPr>
          <p:cNvSpPr>
            <a:spLocks xmlns:a="http://schemas.openxmlformats.org/drawingml/2006/main" noGrp="1"/>
          </p:cNvSpPr>
          <p:nvPr/>
        </p:nvSpPr>
        <p:spPr>
          <a:xfrm xmlns:a="http://schemas.openxmlformats.org/drawingml/2006/main">
            <a:off x="7858125"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6" name="">
            <a:extLst xmlns:a="http://schemas.openxmlformats.org/drawingml/2006/main">
              <a:ext uri="{FF2B5EF4-FFF2-40B4-BE49-F238E27FC236}">
                <a16:creationId xmlns:a16="http://schemas.microsoft.com/office/drawing/2014/main" id="{D1D26CA0-05B1-451D-872A-B4796D894055}"/>
              </a:ext>
            </a:extLst>
          </p:cNvPr>
          <p:cNvSpPr>
            <a:spLocks xmlns:a="http://schemas.openxmlformats.org/drawingml/2006/main" noGrp="1"/>
          </p:cNvSpPr>
          <p:nvPr/>
        </p:nvSpPr>
        <p:spPr>
          <a:xfrm xmlns:a="http://schemas.openxmlformats.org/drawingml/2006/main">
            <a:off x="7991475"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defRPr sz="1500" b="1">
                <a:solidFill>
                  <a:srgbClr val="17211F"/>
                </a:solidFill>
                <a:latin typeface="Segoe UI"/>
                <a:ea typeface="Segoe UI"/>
                <a:cs typeface="Segoe UI"/>
              </a:defRPr>
            </a:lvl1pPr>
            <a:lvl2pPr algn="ctr">
              <a:defRPr sz="1500" b="1">
                <a:solidFill>
                  <a:srgbClr val="17211F"/>
                </a:solidFill>
                <a:latin typeface="Segoe UI"/>
                <a:ea typeface="Segoe UI"/>
                <a:cs typeface="Segoe UI"/>
              </a:defRPr>
            </a:lvl2pPr>
            <a:lvl3pPr algn="ctr">
              <a:defRPr sz="1500" b="1">
                <a:solidFill>
                  <a:srgbClr val="17211F"/>
                </a:solidFill>
                <a:latin typeface="Segoe UI"/>
                <a:ea typeface="Segoe UI"/>
                <a:cs typeface="Segoe UI"/>
              </a:defRPr>
            </a:lvl3pPr>
            <a:lvl4pPr algn="ctr">
              <a:defRPr sz="1500" b="1">
                <a:solidFill>
                  <a:srgbClr val="17211F"/>
                </a:solidFill>
                <a:latin typeface="Segoe UI"/>
                <a:ea typeface="Segoe UI"/>
                <a:cs typeface="Segoe UI"/>
              </a:defRPr>
            </a:lvl4pPr>
            <a:lvl5pPr algn="ctr">
              <a:defRPr sz="1500" b="1">
                <a:solidFill>
                  <a:srgbClr val="17211F"/>
                </a:solidFill>
                <a:latin typeface="Segoe UI"/>
                <a:ea typeface="Segoe UI"/>
                <a:cs typeface="Segoe UI"/>
              </a:defRPr>
            </a:lvl5pPr>
            <a:lvl6pPr algn="ctr">
              <a:defRPr sz="1500" b="1">
                <a:solidFill>
                  <a:srgbClr val="17211F"/>
                </a:solidFill>
                <a:latin typeface="Segoe UI"/>
                <a:ea typeface="Segoe UI"/>
                <a:cs typeface="Segoe UI"/>
              </a:defRPr>
            </a:lvl6pPr>
            <a:lvl7pPr algn="ctr">
              <a:defRPr sz="1500" b="1">
                <a:solidFill>
                  <a:srgbClr val="17211F"/>
                </a:solidFill>
                <a:latin typeface="Segoe UI"/>
                <a:ea typeface="Segoe UI"/>
                <a:cs typeface="Segoe UI"/>
              </a:defRPr>
            </a:lvl7pPr>
            <a:lvl8pPr algn="ctr">
              <a:defRPr sz="1500" b="1">
                <a:solidFill>
                  <a:srgbClr val="17211F"/>
                </a:solidFill>
                <a:latin typeface="Segoe UI"/>
                <a:ea typeface="Segoe UI"/>
                <a:cs typeface="Segoe UI"/>
              </a:defRPr>
            </a:lvl8pPr>
            <a:lvl9pPr algn="ctr">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Xác nhận xử lý</a:t>
            </a:r>
          </a:p>
        </p:txBody>
      </p:sp>
      <p:sp>
        <p:nvSpPr>
          <p:cNvPr id="17" name="">
            <a:extLst xmlns:a="http://schemas.openxmlformats.org/drawingml/2006/main">
              <a:ext uri="{FF2B5EF4-FFF2-40B4-BE49-F238E27FC236}">
                <a16:creationId xmlns:a16="http://schemas.microsoft.com/office/drawing/2014/main" id="{09C6A534-E8A2-43C8-AF75-79F112A8CE95}"/>
              </a:ext>
            </a:extLst>
          </p:cNvPr>
          <p:cNvSpPr>
            <a:spLocks xmlns:a="http://schemas.openxmlformats.org/drawingml/2006/main" noGrp="1"/>
          </p:cNvSpPr>
          <p:nvPr/>
        </p:nvSpPr>
        <p:spPr>
          <a:xfrm xmlns:a="http://schemas.openxmlformats.org/drawingml/2006/main">
            <a:off x="695325" y="3648075"/>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C403C"/>
                </a:solidFill>
                <a:latin typeface="Segoe UI"/>
                <a:ea typeface="Segoe UI"/>
                <a:cs typeface="Segoe UI"/>
              </a:defRPr>
            </a:defPPr>
            <a:lvl1pPr algn="l">
              <a:defRPr sz="1875" b="1">
                <a:solidFill>
                  <a:srgbClr val="0C403C"/>
                </a:solidFill>
                <a:latin typeface="Segoe UI"/>
                <a:ea typeface="Segoe UI"/>
                <a:cs typeface="Segoe UI"/>
              </a:defRPr>
            </a:lvl1pPr>
            <a:lvl2pPr algn="l">
              <a:defRPr sz="1875" b="1">
                <a:solidFill>
                  <a:srgbClr val="0C403C"/>
                </a:solidFill>
                <a:latin typeface="Segoe UI"/>
                <a:ea typeface="Segoe UI"/>
                <a:cs typeface="Segoe UI"/>
              </a:defRPr>
            </a:lvl2pPr>
            <a:lvl3pPr algn="l">
              <a:defRPr sz="1875" b="1">
                <a:solidFill>
                  <a:srgbClr val="0C403C"/>
                </a:solidFill>
                <a:latin typeface="Segoe UI"/>
                <a:ea typeface="Segoe UI"/>
                <a:cs typeface="Segoe UI"/>
              </a:defRPr>
            </a:lvl3pPr>
            <a:lvl4pPr algn="l">
              <a:defRPr sz="1875" b="1">
                <a:solidFill>
                  <a:srgbClr val="0C403C"/>
                </a:solidFill>
                <a:latin typeface="Segoe UI"/>
                <a:ea typeface="Segoe UI"/>
                <a:cs typeface="Segoe UI"/>
              </a:defRPr>
            </a:lvl4pPr>
            <a:lvl5pPr algn="l">
              <a:defRPr sz="1875" b="1">
                <a:solidFill>
                  <a:srgbClr val="0C403C"/>
                </a:solidFill>
                <a:latin typeface="Segoe UI"/>
                <a:ea typeface="Segoe UI"/>
                <a:cs typeface="Segoe UI"/>
              </a:defRPr>
            </a:lvl5pPr>
            <a:lvl6pPr algn="l">
              <a:defRPr sz="1875" b="1">
                <a:solidFill>
                  <a:srgbClr val="0C403C"/>
                </a:solidFill>
                <a:latin typeface="Segoe UI"/>
                <a:ea typeface="Segoe UI"/>
                <a:cs typeface="Segoe UI"/>
              </a:defRPr>
            </a:lvl6pPr>
            <a:lvl7pPr algn="l">
              <a:defRPr sz="1875" b="1">
                <a:solidFill>
                  <a:srgbClr val="0C403C"/>
                </a:solidFill>
                <a:latin typeface="Segoe UI"/>
                <a:ea typeface="Segoe UI"/>
                <a:cs typeface="Segoe UI"/>
              </a:defRPr>
            </a:lvl7pPr>
            <a:lvl8pPr algn="l">
              <a:defRPr sz="1875" b="1">
                <a:solidFill>
                  <a:srgbClr val="0C403C"/>
                </a:solidFill>
                <a:latin typeface="Segoe UI"/>
                <a:ea typeface="Segoe UI"/>
                <a:cs typeface="Segoe UI"/>
              </a:defRPr>
            </a:lvl8pPr>
            <a:lvl9pPr algn="l">
              <a:defRPr sz="1875" b="1">
                <a:solidFill>
                  <a:srgbClr val="0C403C"/>
                </a:solidFill>
                <a:latin typeface="Segoe UI"/>
                <a:ea typeface="Segoe UI"/>
                <a:cs typeface="Segoe UI"/>
              </a:defRPr>
            </a:lvl9pPr>
          </a:lstStyle>
          <a:p xmlns:a="http://schemas.openxmlformats.org/drawingml/2006/main">
            <a:pPr algn="l">
              <a:lnSpc>
                <a:spcPct val="108000"/>
              </a:lnSpc>
              <a:buNone/>
              <a:defRPr sz="1875" b="1">
                <a:solidFill>
                  <a:srgbClr val="0C403C"/>
                </a:solidFill>
                <a:latin typeface="Segoe UI"/>
                <a:ea typeface="Segoe UI"/>
                <a:cs typeface="Segoe UI"/>
              </a:defRPr>
            </a:pPr>
            <a:r>
              <a:rPr sz="1875" b="1">
                <a:solidFill>
                  <a:srgbClr val="0C403C"/>
                </a:solidFill>
                <a:latin typeface="Segoe UI"/>
                <a:ea typeface="Segoe UI"/>
                <a:cs typeface="Segoe UI"/>
              </a:rPr>
              <a:t>Sáu bất thường đã có trong luồng kiểm kê:</a:t>
            </a:r>
          </a:p>
        </p:txBody>
      </p:sp>
      <p:sp>
        <p:nvSpPr>
          <p:cNvPr id="18" name="">
            <a:extLst xmlns:a="http://schemas.openxmlformats.org/drawingml/2006/main">
              <a:ext uri="{FF2B5EF4-FFF2-40B4-BE49-F238E27FC236}">
                <a16:creationId xmlns:a16="http://schemas.microsoft.com/office/drawing/2014/main" id="{28D44E12-00D5-496F-AF67-ABEECBC05FDD}"/>
              </a:ext>
            </a:extLst>
          </p:cNvPr>
          <p:cNvSpPr>
            <a:spLocks xmlns:a="http://schemas.openxmlformats.org/drawingml/2006/main" noGrp="1"/>
          </p:cNvSpPr>
          <p:nvPr/>
        </p:nvSpPr>
        <p:spPr>
          <a:xfrm xmlns:a="http://schemas.openxmlformats.org/drawingml/2006/main">
            <a:off x="695325" y="4181475"/>
            <a:ext cx="10477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17211F"/>
                </a:solidFill>
                <a:latin typeface="Segoe UI"/>
                <a:ea typeface="Segoe UI"/>
                <a:cs typeface="Segoe UI"/>
              </a:defRPr>
            </a:defPPr>
            <a:lvl1pPr algn="l">
              <a:defRPr sz="2025" b="0">
                <a:solidFill>
                  <a:srgbClr val="17211F"/>
                </a:solidFill>
                <a:latin typeface="Segoe UI"/>
                <a:ea typeface="Segoe UI"/>
                <a:cs typeface="Segoe UI"/>
              </a:defRPr>
            </a:lvl1pPr>
            <a:lvl2pPr algn="l">
              <a:defRPr sz="2025" b="0">
                <a:solidFill>
                  <a:srgbClr val="17211F"/>
                </a:solidFill>
                <a:latin typeface="Segoe UI"/>
                <a:ea typeface="Segoe UI"/>
                <a:cs typeface="Segoe UI"/>
              </a:defRPr>
            </a:lvl2pPr>
            <a:lvl3pPr algn="l">
              <a:defRPr sz="2025" b="0">
                <a:solidFill>
                  <a:srgbClr val="17211F"/>
                </a:solidFill>
                <a:latin typeface="Segoe UI"/>
                <a:ea typeface="Segoe UI"/>
                <a:cs typeface="Segoe UI"/>
              </a:defRPr>
            </a:lvl3pPr>
            <a:lvl4pPr algn="l">
              <a:defRPr sz="2025" b="0">
                <a:solidFill>
                  <a:srgbClr val="17211F"/>
                </a:solidFill>
                <a:latin typeface="Segoe UI"/>
                <a:ea typeface="Segoe UI"/>
                <a:cs typeface="Segoe UI"/>
              </a:defRPr>
            </a:lvl4pPr>
            <a:lvl5pPr algn="l">
              <a:defRPr sz="2025" b="0">
                <a:solidFill>
                  <a:srgbClr val="17211F"/>
                </a:solidFill>
                <a:latin typeface="Segoe UI"/>
                <a:ea typeface="Segoe UI"/>
                <a:cs typeface="Segoe UI"/>
              </a:defRPr>
            </a:lvl5pPr>
            <a:lvl6pPr algn="l">
              <a:defRPr sz="2025" b="0">
                <a:solidFill>
                  <a:srgbClr val="17211F"/>
                </a:solidFill>
                <a:latin typeface="Segoe UI"/>
                <a:ea typeface="Segoe UI"/>
                <a:cs typeface="Segoe UI"/>
              </a:defRPr>
            </a:lvl6pPr>
            <a:lvl7pPr algn="l">
              <a:defRPr sz="2025" b="0">
                <a:solidFill>
                  <a:srgbClr val="17211F"/>
                </a:solidFill>
                <a:latin typeface="Segoe UI"/>
                <a:ea typeface="Segoe UI"/>
                <a:cs typeface="Segoe UI"/>
              </a:defRPr>
            </a:lvl7pPr>
            <a:lvl8pPr algn="l">
              <a:defRPr sz="2025" b="0">
                <a:solidFill>
                  <a:srgbClr val="17211F"/>
                </a:solidFill>
                <a:latin typeface="Segoe UI"/>
                <a:ea typeface="Segoe UI"/>
                <a:cs typeface="Segoe UI"/>
              </a:defRPr>
            </a:lvl8pPr>
            <a:lvl9pPr algn="l">
              <a:defRPr sz="2025" b="0">
                <a:solidFill>
                  <a:srgbClr val="17211F"/>
                </a:solidFill>
                <a:latin typeface="Segoe UI"/>
                <a:ea typeface="Segoe UI"/>
                <a:cs typeface="Segoe UI"/>
              </a:defRPr>
            </a:lvl9pPr>
          </a:lstStyle>
          <a:p xmlns:a="http://schemas.openxmlformats.org/drawingml/2006/main">
            <a:pPr algn="l">
              <a:lnSpc>
                <a:spcPct val="108000"/>
              </a:lnSpc>
              <a:buNone/>
              <a:defRPr sz="2025" b="0">
                <a:solidFill>
                  <a:srgbClr val="17211F"/>
                </a:solidFill>
                <a:latin typeface="Segoe UI"/>
                <a:ea typeface="Segoe UI"/>
                <a:cs typeface="Segoe UI"/>
              </a:defRPr>
            </a:pPr>
            <a:r>
              <a:rPr sz="2025" b="0">
                <a:solidFill>
                  <a:srgbClr val="17211F"/>
                </a:solidFill>
                <a:latin typeface="Segoe UI"/>
                <a:ea typeface="Segoe UI"/>
                <a:cs typeface="Segoe UI"/>
              </a:rPr>
              <a:t>Sai kệ · thiếu bản sách · lệch trạng thái</a:t>
            </a:r>
          </a:p>
          <a:p xmlns:a="http://schemas.openxmlformats.org/drawingml/2006/main">
            <a:pPr algn="l">
              <a:lnSpc>
                <a:spcPct val="108000"/>
              </a:lnSpc>
              <a:buNone/>
              <a:defRPr sz="2025" b="0">
                <a:solidFill>
                  <a:srgbClr val="17211F"/>
                </a:solidFill>
                <a:latin typeface="Segoe UI"/>
                <a:ea typeface="Segoe UI"/>
                <a:cs typeface="Segoe UI"/>
              </a:defRPr>
            </a:pPr>
            <a:r>
              <a:rPr sz="2025" b="0">
                <a:solidFill>
                  <a:srgbClr val="17211F"/>
                </a:solidFill>
                <a:latin typeface="Segoe UI"/>
                <a:ea typeface="Segoe UI"/>
                <a:cs typeface="Segoe UI"/>
              </a:rPr>
              <a:t>Sai chi nhánh · mã vạch lạ · quét trùng</a:t>
            </a:r>
          </a:p>
        </p:txBody>
      </p:sp>
      <p:sp>
        <p:nvSpPr>
          <p:cNvPr id="19" name="">
            <a:extLst xmlns:a="http://schemas.openxmlformats.org/drawingml/2006/main">
              <a:ext uri="{FF2B5EF4-FFF2-40B4-BE49-F238E27FC236}">
                <a16:creationId xmlns:a16="http://schemas.microsoft.com/office/drawing/2014/main" id="{84D8C367-24D8-47E9-8923-AA95DAFB5F0D}"/>
              </a:ext>
            </a:extLst>
          </p:cNvPr>
          <p:cNvSpPr>
            <a:spLocks xmlns:a="http://schemas.openxmlformats.org/drawingml/2006/main" noGrp="1"/>
          </p:cNvSpPr>
          <p:nvPr/>
        </p:nvSpPr>
        <p:spPr>
          <a:xfrm xmlns:a="http://schemas.openxmlformats.org/drawingml/2006/main">
            <a:off x="695325" y="5743575"/>
            <a:ext cx="10715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9D5B14"/>
                </a:solidFill>
                <a:latin typeface="Segoe UI"/>
                <a:ea typeface="Segoe UI"/>
                <a:cs typeface="Segoe UI"/>
              </a:defRPr>
            </a:defPPr>
            <a:lvl1pPr algn="l">
              <a:defRPr sz="1200" b="0">
                <a:solidFill>
                  <a:srgbClr val="9D5B14"/>
                </a:solidFill>
                <a:latin typeface="Segoe UI"/>
                <a:ea typeface="Segoe UI"/>
                <a:cs typeface="Segoe UI"/>
              </a:defRPr>
            </a:lvl1pPr>
            <a:lvl2pPr algn="l">
              <a:defRPr sz="1200" b="0">
                <a:solidFill>
                  <a:srgbClr val="9D5B14"/>
                </a:solidFill>
                <a:latin typeface="Segoe UI"/>
                <a:ea typeface="Segoe UI"/>
                <a:cs typeface="Segoe UI"/>
              </a:defRPr>
            </a:lvl2pPr>
            <a:lvl3pPr algn="l">
              <a:defRPr sz="1200" b="0">
                <a:solidFill>
                  <a:srgbClr val="9D5B14"/>
                </a:solidFill>
                <a:latin typeface="Segoe UI"/>
                <a:ea typeface="Segoe UI"/>
                <a:cs typeface="Segoe UI"/>
              </a:defRPr>
            </a:lvl3pPr>
            <a:lvl4pPr algn="l">
              <a:defRPr sz="1200" b="0">
                <a:solidFill>
                  <a:srgbClr val="9D5B14"/>
                </a:solidFill>
                <a:latin typeface="Segoe UI"/>
                <a:ea typeface="Segoe UI"/>
                <a:cs typeface="Segoe UI"/>
              </a:defRPr>
            </a:lvl4pPr>
            <a:lvl5pPr algn="l">
              <a:defRPr sz="1200" b="0">
                <a:solidFill>
                  <a:srgbClr val="9D5B14"/>
                </a:solidFill>
                <a:latin typeface="Segoe UI"/>
                <a:ea typeface="Segoe UI"/>
                <a:cs typeface="Segoe UI"/>
              </a:defRPr>
            </a:lvl5pPr>
            <a:lvl6pPr algn="l">
              <a:defRPr sz="1200" b="0">
                <a:solidFill>
                  <a:srgbClr val="9D5B14"/>
                </a:solidFill>
                <a:latin typeface="Segoe UI"/>
                <a:ea typeface="Segoe UI"/>
                <a:cs typeface="Segoe UI"/>
              </a:defRPr>
            </a:lvl6pPr>
            <a:lvl7pPr algn="l">
              <a:defRPr sz="1200" b="0">
                <a:solidFill>
                  <a:srgbClr val="9D5B14"/>
                </a:solidFill>
                <a:latin typeface="Segoe UI"/>
                <a:ea typeface="Segoe UI"/>
                <a:cs typeface="Segoe UI"/>
              </a:defRPr>
            </a:lvl7pPr>
            <a:lvl8pPr algn="l">
              <a:defRPr sz="1200" b="0">
                <a:solidFill>
                  <a:srgbClr val="9D5B14"/>
                </a:solidFill>
                <a:latin typeface="Segoe UI"/>
                <a:ea typeface="Segoe UI"/>
                <a:cs typeface="Segoe UI"/>
              </a:defRPr>
            </a:lvl8pPr>
            <a:lvl9pPr algn="l">
              <a:defRPr sz="1200" b="0">
                <a:solidFill>
                  <a:srgbClr val="9D5B14"/>
                </a:solidFill>
                <a:latin typeface="Segoe UI"/>
                <a:ea typeface="Segoe UI"/>
                <a:cs typeface="Segoe UI"/>
              </a:defRPr>
            </a:lvl9pPr>
          </a:lstStyle>
          <a:p xmlns:a="http://schemas.openxmlformats.org/drawingml/2006/main">
            <a:pPr algn="l">
              <a:lnSpc>
                <a:spcPct val="108000"/>
              </a:lnSpc>
              <a:buNone/>
              <a:defRPr sz="1200" b="0">
                <a:solidFill>
                  <a:srgbClr val="9D5B14"/>
                </a:solidFill>
                <a:latin typeface="Segoe UI"/>
                <a:ea typeface="Segoe UI"/>
                <a:cs typeface="Segoe UI"/>
              </a:defRPr>
            </a:pPr>
            <a:r>
              <a:rPr sz="1200" b="0">
                <a:solidFill>
                  <a:srgbClr val="9D5B14"/>
                </a:solidFill>
                <a:latin typeface="Segoe UI"/>
                <a:ea typeface="Segoe UI"/>
                <a:cs typeface="Segoe UI"/>
              </a:rPr>
              <a:t>Truy vấn phạm vi và snapshot của Toàn còn ở PR #25, chưa tích hợp vào main.</a:t>
            </a:r>
          </a:p>
        </p:txBody>
      </p:sp>
    </p:spTree>
    <p:extLst>
      <p:ext uri="{BB962C8B-B14F-4D97-AF65-F5344CB8AC3E}">
        <p14:creationId xmlns:p14="http://schemas.microsoft.com/office/powerpoint/2010/main" val="294354708"/>
      </p:ext>
    </p:extLst>
  </p:cSld>
</p:sld>
</file>

<file path=ppt/slides/slide10.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85D1AA7-1CD9-41E7-A301-C9F8BF84B953}"/>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6</a:t>
            </a:r>
          </a:p>
        </p:txBody>
      </p:sp>
      <p:sp>
        <p:nvSpPr>
          <p:cNvPr id="2" name="">
            <a:extLst xmlns:a="http://schemas.openxmlformats.org/drawingml/2006/main">
              <a:ext uri="{FF2B5EF4-FFF2-40B4-BE49-F238E27FC236}">
                <a16:creationId xmlns:a16="http://schemas.microsoft.com/office/drawing/2014/main" id="{9754BEF8-E6A6-48C4-9D1D-F6DB233EF214}"/>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Tìm kiếm và Category Alias</a:t>
            </a:r>
          </a:p>
        </p:txBody>
      </p:sp>
      <p:sp>
        <p:nvSpPr>
          <p:cNvPr id="3" name="">
            <a:extLst xmlns:a="http://schemas.openxmlformats.org/drawingml/2006/main">
              <a:ext uri="{FF2B5EF4-FFF2-40B4-BE49-F238E27FC236}">
                <a16:creationId xmlns:a16="http://schemas.microsoft.com/office/drawing/2014/main" id="{35694817-BC8A-401D-A7E6-7C5E0C4AF654}"/>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DD58E139-18D2-43D6-91C0-6F80752582E8}"/>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03633B2F-438A-479F-B435-9AC3764507BE}"/>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10</a:t>
            </a:r>
          </a:p>
        </p:txBody>
      </p:sp>
      <p:sp>
        <p:nvSpPr>
          <p:cNvPr id="6" name="">
            <a:extLst xmlns:a="http://schemas.openxmlformats.org/drawingml/2006/main">
              <a:ext uri="{FF2B5EF4-FFF2-40B4-BE49-F238E27FC236}">
                <a16:creationId xmlns:a16="http://schemas.microsoft.com/office/drawing/2014/main" id="{E92F2495-A6BF-4D78-B859-A63436F8808C}"/>
              </a:ext>
            </a:extLst>
          </p:cNvPr>
          <p:cNvSpPr>
            <a:spLocks xmlns:a="http://schemas.openxmlformats.org/drawingml/2006/main" noGrp="1"/>
          </p:cNvSpPr>
          <p:nvPr/>
        </p:nvSpPr>
        <p:spPr>
          <a:xfrm xmlns:a="http://schemas.openxmlformats.org/drawingml/2006/main">
            <a:off x="695325" y="2038350"/>
            <a:ext cx="3524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0C403C"/>
                </a:solidFill>
                <a:latin typeface="Segoe UI"/>
                <a:ea typeface="Segoe UI"/>
                <a:cs typeface="Segoe UI"/>
              </a:defRPr>
            </a:defPPr>
            <a:lvl1pPr algn="l">
              <a:defRPr sz="2100" b="1">
                <a:solidFill>
                  <a:srgbClr val="0C403C"/>
                </a:solidFill>
                <a:latin typeface="Segoe UI"/>
                <a:ea typeface="Segoe UI"/>
                <a:cs typeface="Segoe UI"/>
              </a:defRPr>
            </a:lvl1pPr>
            <a:lvl2pPr algn="l">
              <a:defRPr sz="2100" b="1">
                <a:solidFill>
                  <a:srgbClr val="0C403C"/>
                </a:solidFill>
                <a:latin typeface="Segoe UI"/>
                <a:ea typeface="Segoe UI"/>
                <a:cs typeface="Segoe UI"/>
              </a:defRPr>
            </a:lvl2pPr>
            <a:lvl3pPr algn="l">
              <a:defRPr sz="2100" b="1">
                <a:solidFill>
                  <a:srgbClr val="0C403C"/>
                </a:solidFill>
                <a:latin typeface="Segoe UI"/>
                <a:ea typeface="Segoe UI"/>
                <a:cs typeface="Segoe UI"/>
              </a:defRPr>
            </a:lvl3pPr>
            <a:lvl4pPr algn="l">
              <a:defRPr sz="2100" b="1">
                <a:solidFill>
                  <a:srgbClr val="0C403C"/>
                </a:solidFill>
                <a:latin typeface="Segoe UI"/>
                <a:ea typeface="Segoe UI"/>
                <a:cs typeface="Segoe UI"/>
              </a:defRPr>
            </a:lvl4pPr>
            <a:lvl5pPr algn="l">
              <a:defRPr sz="2100" b="1">
                <a:solidFill>
                  <a:srgbClr val="0C403C"/>
                </a:solidFill>
                <a:latin typeface="Segoe UI"/>
                <a:ea typeface="Segoe UI"/>
                <a:cs typeface="Segoe UI"/>
              </a:defRPr>
            </a:lvl5pPr>
            <a:lvl6pPr algn="l">
              <a:defRPr sz="2100" b="1">
                <a:solidFill>
                  <a:srgbClr val="0C403C"/>
                </a:solidFill>
                <a:latin typeface="Segoe UI"/>
                <a:ea typeface="Segoe UI"/>
                <a:cs typeface="Segoe UI"/>
              </a:defRPr>
            </a:lvl6pPr>
            <a:lvl7pPr algn="l">
              <a:defRPr sz="2100" b="1">
                <a:solidFill>
                  <a:srgbClr val="0C403C"/>
                </a:solidFill>
                <a:latin typeface="Segoe UI"/>
                <a:ea typeface="Segoe UI"/>
                <a:cs typeface="Segoe UI"/>
              </a:defRPr>
            </a:lvl7pPr>
            <a:lvl8pPr algn="l">
              <a:defRPr sz="2100" b="1">
                <a:solidFill>
                  <a:srgbClr val="0C403C"/>
                </a:solidFill>
                <a:latin typeface="Segoe UI"/>
                <a:ea typeface="Segoe UI"/>
                <a:cs typeface="Segoe UI"/>
              </a:defRPr>
            </a:lvl8pPr>
            <a:lvl9pPr algn="l">
              <a:defRPr sz="2100" b="1">
                <a:solidFill>
                  <a:srgbClr val="0C403C"/>
                </a:solidFill>
                <a:latin typeface="Segoe UI"/>
                <a:ea typeface="Segoe UI"/>
                <a:cs typeface="Segoe UI"/>
              </a:defRPr>
            </a:lvl9pPr>
          </a:lstStyle>
          <a:p xmlns:a="http://schemas.openxmlformats.org/drawingml/2006/main">
            <a:pPr algn="l">
              <a:lnSpc>
                <a:spcPct val="108000"/>
              </a:lnSpc>
              <a:buNone/>
              <a:defRPr sz="2100" b="1">
                <a:solidFill>
                  <a:srgbClr val="0C403C"/>
                </a:solidFill>
                <a:latin typeface="Segoe UI"/>
                <a:ea typeface="Segoe UI"/>
                <a:cs typeface="Segoe UI"/>
              </a:defRPr>
            </a:pPr>
            <a:r>
              <a:rPr sz="2100" b="1">
                <a:solidFill>
                  <a:srgbClr val="0C403C"/>
                </a:solidFill>
                <a:latin typeface="Segoe UI"/>
                <a:ea typeface="Segoe UI"/>
                <a:cs typeface="Segoe UI"/>
              </a:rPr>
              <a:t>Truy vấn của người đọc</a:t>
            </a:r>
          </a:p>
        </p:txBody>
      </p:sp>
      <p:sp>
        <p:nvSpPr>
          <p:cNvPr id="7" name="">
            <a:extLst xmlns:a="http://schemas.openxmlformats.org/drawingml/2006/main">
              <a:ext uri="{FF2B5EF4-FFF2-40B4-BE49-F238E27FC236}">
                <a16:creationId xmlns:a16="http://schemas.microsoft.com/office/drawing/2014/main" id="{30C9934E-31F7-4680-9156-3378CFB1275C}"/>
              </a:ext>
            </a:extLst>
          </p:cNvPr>
          <p:cNvSpPr>
            <a:spLocks xmlns:a="http://schemas.openxmlformats.org/drawingml/2006/main" noGrp="1"/>
          </p:cNvSpPr>
          <p:nvPr/>
        </p:nvSpPr>
        <p:spPr>
          <a:xfrm xmlns:a="http://schemas.openxmlformats.org/drawingml/2006/main">
            <a:off x="695325" y="2647950"/>
            <a:ext cx="29527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96CE2B5D-6C3F-410D-BA28-86D6A4AA2FD8}"/>
              </a:ext>
            </a:extLst>
          </p:cNvPr>
          <p:cNvSpPr>
            <a:spLocks xmlns:a="http://schemas.openxmlformats.org/drawingml/2006/main" noGrp="1"/>
          </p:cNvSpPr>
          <p:nvPr/>
        </p:nvSpPr>
        <p:spPr>
          <a:xfrm xmlns:a="http://schemas.openxmlformats.org/drawingml/2006/main">
            <a:off x="828675"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7211F"/>
                </a:solidFill>
                <a:latin typeface="Segoe UI"/>
                <a:ea typeface="Segoe UI"/>
                <a:cs typeface="Segoe UI"/>
              </a:defRPr>
            </a:defPPr>
            <a:lvl1pPr algn="ctr">
              <a:defRPr sz="1650" b="1">
                <a:solidFill>
                  <a:srgbClr val="17211F"/>
                </a:solidFill>
                <a:latin typeface="Segoe UI"/>
                <a:ea typeface="Segoe UI"/>
                <a:cs typeface="Segoe UI"/>
              </a:defRPr>
            </a:lvl1pPr>
            <a:lvl2pPr algn="ctr">
              <a:defRPr sz="1650" b="1">
                <a:solidFill>
                  <a:srgbClr val="17211F"/>
                </a:solidFill>
                <a:latin typeface="Segoe UI"/>
                <a:ea typeface="Segoe UI"/>
                <a:cs typeface="Segoe UI"/>
              </a:defRPr>
            </a:lvl2pPr>
            <a:lvl3pPr algn="ctr">
              <a:defRPr sz="1650" b="1">
                <a:solidFill>
                  <a:srgbClr val="17211F"/>
                </a:solidFill>
                <a:latin typeface="Segoe UI"/>
                <a:ea typeface="Segoe UI"/>
                <a:cs typeface="Segoe UI"/>
              </a:defRPr>
            </a:lvl3pPr>
            <a:lvl4pPr algn="ctr">
              <a:defRPr sz="1650" b="1">
                <a:solidFill>
                  <a:srgbClr val="17211F"/>
                </a:solidFill>
                <a:latin typeface="Segoe UI"/>
                <a:ea typeface="Segoe UI"/>
                <a:cs typeface="Segoe UI"/>
              </a:defRPr>
            </a:lvl4pPr>
            <a:lvl5pPr algn="ctr">
              <a:defRPr sz="1650" b="1">
                <a:solidFill>
                  <a:srgbClr val="17211F"/>
                </a:solidFill>
                <a:latin typeface="Segoe UI"/>
                <a:ea typeface="Segoe UI"/>
                <a:cs typeface="Segoe UI"/>
              </a:defRPr>
            </a:lvl5pPr>
            <a:lvl6pPr algn="ctr">
              <a:defRPr sz="1650" b="1">
                <a:solidFill>
                  <a:srgbClr val="17211F"/>
                </a:solidFill>
                <a:latin typeface="Segoe UI"/>
                <a:ea typeface="Segoe UI"/>
                <a:cs typeface="Segoe UI"/>
              </a:defRPr>
            </a:lvl6pPr>
            <a:lvl7pPr algn="ctr">
              <a:defRPr sz="1650" b="1">
                <a:solidFill>
                  <a:srgbClr val="17211F"/>
                </a:solidFill>
                <a:latin typeface="Segoe UI"/>
                <a:ea typeface="Segoe UI"/>
                <a:cs typeface="Segoe UI"/>
              </a:defRPr>
            </a:lvl7pPr>
            <a:lvl8pPr algn="ctr">
              <a:defRPr sz="1650" b="1">
                <a:solidFill>
                  <a:srgbClr val="17211F"/>
                </a:solidFill>
                <a:latin typeface="Segoe UI"/>
                <a:ea typeface="Segoe UI"/>
                <a:cs typeface="Segoe UI"/>
              </a:defRPr>
            </a:lvl8pPr>
            <a:lvl9pPr algn="ctr">
              <a:defRPr sz="1650" b="1">
                <a:solidFill>
                  <a:srgbClr val="17211F"/>
                </a:solidFill>
                <a:latin typeface="Segoe UI"/>
                <a:ea typeface="Segoe UI"/>
                <a:cs typeface="Segoe UI"/>
              </a:defRPr>
            </a:lvl9pPr>
          </a:lstStyle>
          <a:p xmlns:a="http://schemas.openxmlformats.org/drawingml/2006/main">
            <a:pPr algn="ctr">
              <a:lnSpc>
                <a:spcPct val="108000"/>
              </a:lnSpc>
              <a:buNone/>
              <a:defRPr sz="1650" b="1">
                <a:solidFill>
                  <a:srgbClr val="17211F"/>
                </a:solidFill>
                <a:latin typeface="Segoe UI"/>
                <a:ea typeface="Segoe UI"/>
                <a:cs typeface="Segoe UI"/>
              </a:defRPr>
            </a:pPr>
            <a:r>
              <a:rPr sz="1650" b="1">
                <a:solidFill>
                  <a:srgbClr val="17211F"/>
                </a:solidFill>
                <a:latin typeface="Segoe UI"/>
                <a:ea typeface="Segoe UI"/>
                <a:cs typeface="Segoe UI"/>
              </a:rPr>
              <a:t>Tên · ISBN · tác giả</a:t>
            </a:r>
          </a:p>
        </p:txBody>
      </p:sp>
      <p:sp>
        <p:nvSpPr>
          <p:cNvPr id="9" name="">
            <a:extLst xmlns:a="http://schemas.openxmlformats.org/drawingml/2006/main">
              <a:ext uri="{FF2B5EF4-FFF2-40B4-BE49-F238E27FC236}">
                <a16:creationId xmlns:a16="http://schemas.microsoft.com/office/drawing/2014/main" id="{C5B0A9CE-094F-4F51-80DA-1814300DC93E}"/>
              </a:ext>
            </a:extLst>
          </p:cNvPr>
          <p:cNvSpPr>
            <a:spLocks xmlns:a="http://schemas.openxmlformats.org/drawingml/2006/main" noGrp="1"/>
          </p:cNvSpPr>
          <p:nvPr/>
        </p:nvSpPr>
        <p:spPr>
          <a:xfrm xmlns:a="http://schemas.openxmlformats.org/drawingml/2006/main">
            <a:off x="3648075" y="2990850"/>
            <a:ext cx="9239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0" name="">
            <a:extLst xmlns:a="http://schemas.openxmlformats.org/drawingml/2006/main">
              <a:ext uri="{FF2B5EF4-FFF2-40B4-BE49-F238E27FC236}">
                <a16:creationId xmlns:a16="http://schemas.microsoft.com/office/drawing/2014/main" id="{DD1694CE-2B46-4C54-8B05-D71BD9F5E2BB}"/>
              </a:ext>
            </a:extLst>
          </p:cNvPr>
          <p:cNvSpPr>
            <a:spLocks xmlns:a="http://schemas.openxmlformats.org/drawingml/2006/main" noGrp="1"/>
          </p:cNvSpPr>
          <p:nvPr/>
        </p:nvSpPr>
        <p:spPr>
          <a:xfrm xmlns:a="http://schemas.openxmlformats.org/drawingml/2006/main">
            <a:off x="4572000" y="2647950"/>
            <a:ext cx="29527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29018462-DA1A-4374-A3E7-AAF25A59524E}"/>
              </a:ext>
            </a:extLst>
          </p:cNvPr>
          <p:cNvSpPr>
            <a:spLocks xmlns:a="http://schemas.openxmlformats.org/drawingml/2006/main" noGrp="1"/>
          </p:cNvSpPr>
          <p:nvPr/>
        </p:nvSpPr>
        <p:spPr>
          <a:xfrm xmlns:a="http://schemas.openxmlformats.org/drawingml/2006/main">
            <a:off x="4705350"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defRPr sz="1500" b="1">
                <a:solidFill>
                  <a:srgbClr val="17211F"/>
                </a:solidFill>
                <a:latin typeface="Segoe UI"/>
                <a:ea typeface="Segoe UI"/>
                <a:cs typeface="Segoe UI"/>
              </a:defRPr>
            </a:lvl1pPr>
            <a:lvl2pPr algn="ctr">
              <a:defRPr sz="1500" b="1">
                <a:solidFill>
                  <a:srgbClr val="17211F"/>
                </a:solidFill>
                <a:latin typeface="Segoe UI"/>
                <a:ea typeface="Segoe UI"/>
                <a:cs typeface="Segoe UI"/>
              </a:defRPr>
            </a:lvl2pPr>
            <a:lvl3pPr algn="ctr">
              <a:defRPr sz="1500" b="1">
                <a:solidFill>
                  <a:srgbClr val="17211F"/>
                </a:solidFill>
                <a:latin typeface="Segoe UI"/>
                <a:ea typeface="Segoe UI"/>
                <a:cs typeface="Segoe UI"/>
              </a:defRPr>
            </a:lvl3pPr>
            <a:lvl4pPr algn="ctr">
              <a:defRPr sz="1500" b="1">
                <a:solidFill>
                  <a:srgbClr val="17211F"/>
                </a:solidFill>
                <a:latin typeface="Segoe UI"/>
                <a:ea typeface="Segoe UI"/>
                <a:cs typeface="Segoe UI"/>
              </a:defRPr>
            </a:lvl4pPr>
            <a:lvl5pPr algn="ctr">
              <a:defRPr sz="1500" b="1">
                <a:solidFill>
                  <a:srgbClr val="17211F"/>
                </a:solidFill>
                <a:latin typeface="Segoe UI"/>
                <a:ea typeface="Segoe UI"/>
                <a:cs typeface="Segoe UI"/>
              </a:defRPr>
            </a:lvl5pPr>
            <a:lvl6pPr algn="ctr">
              <a:defRPr sz="1500" b="1">
                <a:solidFill>
                  <a:srgbClr val="17211F"/>
                </a:solidFill>
                <a:latin typeface="Segoe UI"/>
                <a:ea typeface="Segoe UI"/>
                <a:cs typeface="Segoe UI"/>
              </a:defRPr>
            </a:lvl6pPr>
            <a:lvl7pPr algn="ctr">
              <a:defRPr sz="1500" b="1">
                <a:solidFill>
                  <a:srgbClr val="17211F"/>
                </a:solidFill>
                <a:latin typeface="Segoe UI"/>
                <a:ea typeface="Segoe UI"/>
                <a:cs typeface="Segoe UI"/>
              </a:defRPr>
            </a:lvl7pPr>
            <a:lvl8pPr algn="ctr">
              <a:defRPr sz="1500" b="1">
                <a:solidFill>
                  <a:srgbClr val="17211F"/>
                </a:solidFill>
                <a:latin typeface="Segoe UI"/>
                <a:ea typeface="Segoe UI"/>
                <a:cs typeface="Segoe UI"/>
              </a:defRPr>
            </a:lvl8pPr>
            <a:lvl9pPr algn="ctr">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FTS + trigram</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Chuẩn hóa tiếng Việt</a:t>
            </a:r>
          </a:p>
        </p:txBody>
      </p:sp>
      <p:sp>
        <p:nvSpPr>
          <p:cNvPr id="12" name="">
            <a:extLst xmlns:a="http://schemas.openxmlformats.org/drawingml/2006/main">
              <a:ext uri="{FF2B5EF4-FFF2-40B4-BE49-F238E27FC236}">
                <a16:creationId xmlns:a16="http://schemas.microsoft.com/office/drawing/2014/main" id="{8EEADD8C-41A5-47E6-A7E3-25A4118EFE90}"/>
              </a:ext>
            </a:extLst>
          </p:cNvPr>
          <p:cNvSpPr>
            <a:spLocks xmlns:a="http://schemas.openxmlformats.org/drawingml/2006/main" noGrp="1"/>
          </p:cNvSpPr>
          <p:nvPr/>
        </p:nvSpPr>
        <p:spPr>
          <a:xfrm xmlns:a="http://schemas.openxmlformats.org/drawingml/2006/main">
            <a:off x="7524750" y="2990850"/>
            <a:ext cx="87630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3" name="">
            <a:extLst xmlns:a="http://schemas.openxmlformats.org/drawingml/2006/main">
              <a:ext uri="{FF2B5EF4-FFF2-40B4-BE49-F238E27FC236}">
                <a16:creationId xmlns:a16="http://schemas.microsoft.com/office/drawing/2014/main" id="{1821F338-C189-4E29-A5C1-BFF05D0FA2C5}"/>
              </a:ext>
            </a:extLst>
          </p:cNvPr>
          <p:cNvSpPr>
            <a:spLocks xmlns:a="http://schemas.openxmlformats.org/drawingml/2006/main" noGrp="1"/>
          </p:cNvSpPr>
          <p:nvPr/>
        </p:nvSpPr>
        <p:spPr>
          <a:xfrm xmlns:a="http://schemas.openxmlformats.org/drawingml/2006/main">
            <a:off x="8401050" y="2647950"/>
            <a:ext cx="29527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128412A7-B6FA-4EF8-A8DB-E6057FBAF4B0}"/>
              </a:ext>
            </a:extLst>
          </p:cNvPr>
          <p:cNvSpPr>
            <a:spLocks xmlns:a="http://schemas.openxmlformats.org/drawingml/2006/main" noGrp="1"/>
          </p:cNvSpPr>
          <p:nvPr/>
        </p:nvSpPr>
        <p:spPr>
          <a:xfrm xmlns:a="http://schemas.openxmlformats.org/drawingml/2006/main">
            <a:off x="8534400"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defRPr sz="1500" b="1">
                <a:solidFill>
                  <a:srgbClr val="17211F"/>
                </a:solidFill>
                <a:latin typeface="Segoe UI"/>
                <a:ea typeface="Segoe UI"/>
                <a:cs typeface="Segoe UI"/>
              </a:defRPr>
            </a:lvl1pPr>
            <a:lvl2pPr algn="ctr">
              <a:defRPr sz="1500" b="1">
                <a:solidFill>
                  <a:srgbClr val="17211F"/>
                </a:solidFill>
                <a:latin typeface="Segoe UI"/>
                <a:ea typeface="Segoe UI"/>
                <a:cs typeface="Segoe UI"/>
              </a:defRPr>
            </a:lvl2pPr>
            <a:lvl3pPr algn="ctr">
              <a:defRPr sz="1500" b="1">
                <a:solidFill>
                  <a:srgbClr val="17211F"/>
                </a:solidFill>
                <a:latin typeface="Segoe UI"/>
                <a:ea typeface="Segoe UI"/>
                <a:cs typeface="Segoe UI"/>
              </a:defRPr>
            </a:lvl3pPr>
            <a:lvl4pPr algn="ctr">
              <a:defRPr sz="1500" b="1">
                <a:solidFill>
                  <a:srgbClr val="17211F"/>
                </a:solidFill>
                <a:latin typeface="Segoe UI"/>
                <a:ea typeface="Segoe UI"/>
                <a:cs typeface="Segoe UI"/>
              </a:defRPr>
            </a:lvl4pPr>
            <a:lvl5pPr algn="ctr">
              <a:defRPr sz="1500" b="1">
                <a:solidFill>
                  <a:srgbClr val="17211F"/>
                </a:solidFill>
                <a:latin typeface="Segoe UI"/>
                <a:ea typeface="Segoe UI"/>
                <a:cs typeface="Segoe UI"/>
              </a:defRPr>
            </a:lvl5pPr>
            <a:lvl6pPr algn="ctr">
              <a:defRPr sz="1500" b="1">
                <a:solidFill>
                  <a:srgbClr val="17211F"/>
                </a:solidFill>
                <a:latin typeface="Segoe UI"/>
                <a:ea typeface="Segoe UI"/>
                <a:cs typeface="Segoe UI"/>
              </a:defRPr>
            </a:lvl6pPr>
            <a:lvl7pPr algn="ctr">
              <a:defRPr sz="1500" b="1">
                <a:solidFill>
                  <a:srgbClr val="17211F"/>
                </a:solidFill>
                <a:latin typeface="Segoe UI"/>
                <a:ea typeface="Segoe UI"/>
                <a:cs typeface="Segoe UI"/>
              </a:defRPr>
            </a:lvl7pPr>
            <a:lvl8pPr algn="ctr">
              <a:defRPr sz="1500" b="1">
                <a:solidFill>
                  <a:srgbClr val="17211F"/>
                </a:solidFill>
                <a:latin typeface="Segoe UI"/>
                <a:ea typeface="Segoe UI"/>
                <a:cs typeface="Segoe UI"/>
              </a:defRPr>
            </a:lvl8pPr>
            <a:lvl9pPr algn="ctr">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Xếp hạng</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Phân trang ổn định</a:t>
            </a:r>
          </a:p>
        </p:txBody>
      </p:sp>
      <p:sp>
        <p:nvSpPr>
          <p:cNvPr id="15" name="">
            <a:extLst xmlns:a="http://schemas.openxmlformats.org/drawingml/2006/main">
              <a:ext uri="{FF2B5EF4-FFF2-40B4-BE49-F238E27FC236}">
                <a16:creationId xmlns:a16="http://schemas.microsoft.com/office/drawing/2014/main" id="{92B44729-F424-4FC9-A855-6EBEE0ECC3FF}"/>
              </a:ext>
            </a:extLst>
          </p:cNvPr>
          <p:cNvSpPr>
            <a:spLocks xmlns:a="http://schemas.openxmlformats.org/drawingml/2006/main" noGrp="1"/>
          </p:cNvSpPr>
          <p:nvPr/>
        </p:nvSpPr>
        <p:spPr>
          <a:xfrm xmlns:a="http://schemas.openxmlformats.org/drawingml/2006/main">
            <a:off x="704850" y="39719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7211F"/>
                </a:solidFill>
                <a:latin typeface="Segoe UI"/>
                <a:ea typeface="Segoe UI"/>
                <a:cs typeface="Segoe UI"/>
              </a:defRPr>
            </a:defPPr>
            <a:lvl1pPr algn="l">
              <a:defRPr sz="1875" b="0">
                <a:solidFill>
                  <a:srgbClr val="17211F"/>
                </a:solidFill>
                <a:latin typeface="Segoe UI"/>
                <a:ea typeface="Segoe UI"/>
                <a:cs typeface="Segoe UI"/>
              </a:defRPr>
            </a:lvl1pPr>
            <a:lvl2pPr algn="l">
              <a:defRPr sz="1875" b="0">
                <a:solidFill>
                  <a:srgbClr val="17211F"/>
                </a:solidFill>
                <a:latin typeface="Segoe UI"/>
                <a:ea typeface="Segoe UI"/>
                <a:cs typeface="Segoe UI"/>
              </a:defRPr>
            </a:lvl2pPr>
            <a:lvl3pPr algn="l">
              <a:defRPr sz="1875" b="0">
                <a:solidFill>
                  <a:srgbClr val="17211F"/>
                </a:solidFill>
                <a:latin typeface="Segoe UI"/>
                <a:ea typeface="Segoe UI"/>
                <a:cs typeface="Segoe UI"/>
              </a:defRPr>
            </a:lvl3pPr>
            <a:lvl4pPr algn="l">
              <a:defRPr sz="1875" b="0">
                <a:solidFill>
                  <a:srgbClr val="17211F"/>
                </a:solidFill>
                <a:latin typeface="Segoe UI"/>
                <a:ea typeface="Segoe UI"/>
                <a:cs typeface="Segoe UI"/>
              </a:defRPr>
            </a:lvl4pPr>
            <a:lvl5pPr algn="l">
              <a:defRPr sz="1875" b="0">
                <a:solidFill>
                  <a:srgbClr val="17211F"/>
                </a:solidFill>
                <a:latin typeface="Segoe UI"/>
                <a:ea typeface="Segoe UI"/>
                <a:cs typeface="Segoe UI"/>
              </a:defRPr>
            </a:lvl5pPr>
            <a:lvl6pPr algn="l">
              <a:defRPr sz="1875" b="0">
                <a:solidFill>
                  <a:srgbClr val="17211F"/>
                </a:solidFill>
                <a:latin typeface="Segoe UI"/>
                <a:ea typeface="Segoe UI"/>
                <a:cs typeface="Segoe UI"/>
              </a:defRPr>
            </a:lvl6pPr>
            <a:lvl7pPr algn="l">
              <a:defRPr sz="1875" b="0">
                <a:solidFill>
                  <a:srgbClr val="17211F"/>
                </a:solidFill>
                <a:latin typeface="Segoe UI"/>
                <a:ea typeface="Segoe UI"/>
                <a:cs typeface="Segoe UI"/>
              </a:defRPr>
            </a:lvl7pPr>
            <a:lvl8pPr algn="l">
              <a:defRPr sz="1875" b="0">
                <a:solidFill>
                  <a:srgbClr val="17211F"/>
                </a:solidFill>
                <a:latin typeface="Segoe UI"/>
                <a:ea typeface="Segoe UI"/>
                <a:cs typeface="Segoe UI"/>
              </a:defRPr>
            </a:lvl8pPr>
            <a:lvl9pPr algn="l">
              <a:defRPr sz="1875" b="0">
                <a:solidFill>
                  <a:srgbClr val="17211F"/>
                </a:solidFill>
                <a:latin typeface="Segoe UI"/>
                <a:ea typeface="Segoe UI"/>
                <a:cs typeface="Segoe UI"/>
              </a:defRPr>
            </a:lvl9pPr>
          </a:lstStyle>
          <a:p xmlns:a="http://schemas.openxmlformats.org/drawingml/2006/main">
            <a:pPr algn="l">
              <a:lnSpc>
                <a:spcPct val="108000"/>
              </a:lnSpc>
              <a:buNone/>
              <a:defRPr sz="1875" b="0">
                <a:solidFill>
                  <a:srgbClr val="17211F"/>
                </a:solidFill>
                <a:latin typeface="Segoe UI"/>
                <a:ea typeface="Segoe UI"/>
                <a:cs typeface="Segoe UI"/>
              </a:defRPr>
            </a:pPr>
            <a:r>
              <a:rPr sz="1875" b="0">
                <a:solidFill>
                  <a:srgbClr val="17211F"/>
                </a:solidFill>
                <a:latin typeface="Segoe UI"/>
                <a:ea typeface="Segoe UI"/>
                <a:cs typeface="Segoe UI"/>
              </a:rPr>
              <a:t>Alias ánh xạ tên thay thế về Category chuẩn; tên nhập nhằng được báo lỗi.</a:t>
            </a:r>
          </a:p>
        </p:txBody>
      </p:sp>
      <p:sp>
        <p:nvSpPr>
          <p:cNvPr id="16" name="">
            <a:extLst xmlns:a="http://schemas.openxmlformats.org/drawingml/2006/main">
              <a:ext uri="{FF2B5EF4-FFF2-40B4-BE49-F238E27FC236}">
                <a16:creationId xmlns:a16="http://schemas.microsoft.com/office/drawing/2014/main" id="{64A6E7ED-1AF5-42D1-9A3D-F6C44A9B558E}"/>
              </a:ext>
            </a:extLst>
          </p:cNvPr>
          <p:cNvSpPr>
            <a:spLocks xmlns:a="http://schemas.openxmlformats.org/drawingml/2006/main" noGrp="1"/>
          </p:cNvSpPr>
          <p:nvPr/>
        </p:nvSpPr>
        <p:spPr>
          <a:xfrm xmlns:a="http://schemas.openxmlformats.org/drawingml/2006/main">
            <a:off x="704850" y="4981575"/>
            <a:ext cx="10648950" cy="666750"/>
          </a:xfrm>
          <a:prstGeom xmlns:a="http://schemas.openxmlformats.org/drawingml/2006/main" prst="roundRect">
            <a:avLst>
              <a:gd name="adj" fmla="val 14286"/>
            </a:avLst>
          </a:prstGeom>
          <a:solidFill xmlns:a="http://schemas.openxmlformats.org/drawingml/2006/main">
            <a:srgbClr val="F4F0D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D531959-9DE1-466A-98EB-78EE1415399A}"/>
              </a:ext>
            </a:extLst>
          </p:cNvPr>
          <p:cNvSpPr>
            <a:spLocks xmlns:a="http://schemas.openxmlformats.org/drawingml/2006/main" noGrp="1"/>
          </p:cNvSpPr>
          <p:nvPr/>
        </p:nvSpPr>
        <p:spPr>
          <a:xfrm xmlns:a="http://schemas.openxmlformats.org/drawingml/2006/main">
            <a:off x="885825" y="514350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C403C"/>
                </a:solidFill>
                <a:latin typeface="Segoe UI"/>
                <a:ea typeface="Segoe UI"/>
                <a:cs typeface="Segoe UI"/>
              </a:defRPr>
            </a:defPPr>
            <a:lvl1pPr algn="l">
              <a:defRPr sz="1650" b="1">
                <a:solidFill>
                  <a:srgbClr val="0C403C"/>
                </a:solidFill>
                <a:latin typeface="Segoe UI"/>
                <a:ea typeface="Segoe UI"/>
                <a:cs typeface="Segoe UI"/>
              </a:defRPr>
            </a:lvl1pPr>
            <a:lvl2pPr algn="l">
              <a:defRPr sz="1650" b="1">
                <a:solidFill>
                  <a:srgbClr val="0C403C"/>
                </a:solidFill>
                <a:latin typeface="Segoe UI"/>
                <a:ea typeface="Segoe UI"/>
                <a:cs typeface="Segoe UI"/>
              </a:defRPr>
            </a:lvl2pPr>
            <a:lvl3pPr algn="l">
              <a:defRPr sz="1650" b="1">
                <a:solidFill>
                  <a:srgbClr val="0C403C"/>
                </a:solidFill>
                <a:latin typeface="Segoe UI"/>
                <a:ea typeface="Segoe UI"/>
                <a:cs typeface="Segoe UI"/>
              </a:defRPr>
            </a:lvl3pPr>
            <a:lvl4pPr algn="l">
              <a:defRPr sz="1650" b="1">
                <a:solidFill>
                  <a:srgbClr val="0C403C"/>
                </a:solidFill>
                <a:latin typeface="Segoe UI"/>
                <a:ea typeface="Segoe UI"/>
                <a:cs typeface="Segoe UI"/>
              </a:defRPr>
            </a:lvl4pPr>
            <a:lvl5pPr algn="l">
              <a:defRPr sz="1650" b="1">
                <a:solidFill>
                  <a:srgbClr val="0C403C"/>
                </a:solidFill>
                <a:latin typeface="Segoe UI"/>
                <a:ea typeface="Segoe UI"/>
                <a:cs typeface="Segoe UI"/>
              </a:defRPr>
            </a:lvl5pPr>
            <a:lvl6pPr algn="l">
              <a:defRPr sz="1650" b="1">
                <a:solidFill>
                  <a:srgbClr val="0C403C"/>
                </a:solidFill>
                <a:latin typeface="Segoe UI"/>
                <a:ea typeface="Segoe UI"/>
                <a:cs typeface="Segoe UI"/>
              </a:defRPr>
            </a:lvl6pPr>
            <a:lvl7pPr algn="l">
              <a:defRPr sz="1650" b="1">
                <a:solidFill>
                  <a:srgbClr val="0C403C"/>
                </a:solidFill>
                <a:latin typeface="Segoe UI"/>
                <a:ea typeface="Segoe UI"/>
                <a:cs typeface="Segoe UI"/>
              </a:defRPr>
            </a:lvl7pPr>
            <a:lvl8pPr algn="l">
              <a:defRPr sz="1650" b="1">
                <a:solidFill>
                  <a:srgbClr val="0C403C"/>
                </a:solidFill>
                <a:latin typeface="Segoe UI"/>
                <a:ea typeface="Segoe UI"/>
                <a:cs typeface="Segoe UI"/>
              </a:defRPr>
            </a:lvl8pPr>
            <a:lvl9pPr algn="l">
              <a:defRPr sz="1650" b="1">
                <a:solidFill>
                  <a:srgbClr val="0C403C"/>
                </a:solidFill>
                <a:latin typeface="Segoe UI"/>
                <a:ea typeface="Segoe UI"/>
                <a:cs typeface="Segoe UI"/>
              </a:defRPr>
            </a:lvl9pPr>
          </a:lstStyle>
          <a:p xmlns:a="http://schemas.openxmlformats.org/drawingml/2006/main">
            <a:pPr algn="l">
              <a:lnSpc>
                <a:spcPct val="108000"/>
              </a:lnSpc>
              <a:buNone/>
              <a:defRPr sz="1650" b="1">
                <a:solidFill>
                  <a:srgbClr val="0C403C"/>
                </a:solidFill>
                <a:latin typeface="Segoe UI"/>
                <a:ea typeface="Segoe UI"/>
                <a:cs typeface="Segoe UI"/>
              </a:defRPr>
            </a:pPr>
            <a:r>
              <a:rPr sz="1650" b="1">
                <a:solidFill>
                  <a:srgbClr val="0C403C"/>
                </a:solidFill>
                <a:latin typeface="Segoe UI"/>
                <a:ea typeface="Segoe UI"/>
                <a:cs typeface="Segoe UI"/>
              </a:rPr>
              <a:t>Alias đã ở main. Bộ lọc categoryTerm trong Search/UI đang ở PR #27.</a:t>
            </a:r>
          </a:p>
        </p:txBody>
      </p:sp>
    </p:spTree>
    <p:extLst>
      <p:ext uri="{BB962C8B-B14F-4D97-AF65-F5344CB8AC3E}">
        <p14:creationId xmlns:p14="http://schemas.microsoft.com/office/powerpoint/2010/main" val="1059955502"/>
      </p:ext>
    </p:extLst>
  </p:cSld>
</p:sld>
</file>

<file path=ppt/slides/slide11.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AB824CF-F124-47E4-AE15-030F9E95FF05}"/>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7 · ĐANG TÍCH HỢP</a:t>
            </a:r>
          </a:p>
        </p:txBody>
      </p:sp>
      <p:sp>
        <p:nvSpPr>
          <p:cNvPr id="2" name="">
            <a:extLst xmlns:a="http://schemas.openxmlformats.org/drawingml/2006/main">
              <a:ext uri="{FF2B5EF4-FFF2-40B4-BE49-F238E27FC236}">
                <a16:creationId xmlns:a16="http://schemas.microsoft.com/office/drawing/2014/main" id="{7AAC9013-8832-47AB-AF2B-911FD8F7AD46}"/>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Đề xuất bổ sung sách</a:t>
            </a:r>
          </a:p>
        </p:txBody>
      </p:sp>
      <p:sp>
        <p:nvSpPr>
          <p:cNvPr id="3" name="">
            <a:extLst xmlns:a="http://schemas.openxmlformats.org/drawingml/2006/main">
              <a:ext uri="{FF2B5EF4-FFF2-40B4-BE49-F238E27FC236}">
                <a16:creationId xmlns:a16="http://schemas.microsoft.com/office/drawing/2014/main" id="{39788459-6E09-400B-A758-90A863E85E38}"/>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E2D315A6-C7EB-45F7-B60C-0346F19C0AAC}"/>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8461D435-1658-4EB8-B8CF-81EA16AA9F8D}"/>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11</a:t>
            </a:r>
          </a:p>
        </p:txBody>
      </p:sp>
      <p:sp>
        <p:nvSpPr>
          <p:cNvPr id="6" name="">
            <a:extLst xmlns:a="http://schemas.openxmlformats.org/drawingml/2006/main">
              <a:ext uri="{FF2B5EF4-FFF2-40B4-BE49-F238E27FC236}">
                <a16:creationId xmlns:a16="http://schemas.microsoft.com/office/drawing/2014/main" id="{BA1EB14B-4548-4745-8875-DECC59B317AD}"/>
              </a:ext>
            </a:extLst>
          </p:cNvPr>
          <p:cNvSpPr>
            <a:spLocks xmlns:a="http://schemas.openxmlformats.org/drawingml/2006/main" noGrp="1"/>
          </p:cNvSpPr>
          <p:nvPr/>
        </p:nvSpPr>
        <p:spPr>
          <a:xfrm xmlns:a="http://schemas.openxmlformats.org/drawingml/2006/main">
            <a:off x="695325" y="2295525"/>
            <a:ext cx="2381250" cy="685800"/>
          </a:xfrm>
          <a:prstGeom xmlns:a="http://schemas.openxmlformats.org/drawingml/2006/main" prst="roundRect">
            <a:avLst>
              <a:gd name="adj" fmla="val 16667"/>
            </a:avLst>
          </a:prstGeom>
          <a:solidFill xmlns:a="http://schemas.openxmlformats.org/drawingml/2006/main">
            <a:srgbClr val="F4F0DF"/>
          </a:solidFill>
          <a:ln xmlns:a="http://schemas.openxmlformats.org/drawingml/2006/main" w="9525">
            <a:solidFill>
              <a:srgbClr val="D7E3DD"/>
            </a:solidFill>
            <a:prstDash val="solid"/>
          </a:ln>
        </p:spPr>
      </p:sp>
      <p:sp>
        <p:nvSpPr>
          <p:cNvPr id="7" name="">
            <a:extLst xmlns:a="http://schemas.openxmlformats.org/drawingml/2006/main">
              <a:ext uri="{FF2B5EF4-FFF2-40B4-BE49-F238E27FC236}">
                <a16:creationId xmlns:a16="http://schemas.microsoft.com/office/drawing/2014/main" id="{76FD89A1-4D0E-488B-BEE6-2B528CC302CD}"/>
              </a:ext>
            </a:extLst>
          </p:cNvPr>
          <p:cNvSpPr>
            <a:spLocks xmlns:a="http://schemas.openxmlformats.org/drawingml/2006/main" noGrp="1"/>
          </p:cNvSpPr>
          <p:nvPr/>
        </p:nvSpPr>
        <p:spPr>
          <a:xfrm xmlns:a="http://schemas.openxmlformats.org/drawingml/2006/main">
            <a:off x="828675"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defRPr sz="1500" b="1">
                <a:solidFill>
                  <a:srgbClr val="17211F"/>
                </a:solidFill>
                <a:latin typeface="Segoe UI"/>
                <a:ea typeface="Segoe UI"/>
                <a:cs typeface="Segoe UI"/>
              </a:defRPr>
            </a:lvl1pPr>
            <a:lvl2pPr algn="ctr">
              <a:defRPr sz="1500" b="1">
                <a:solidFill>
                  <a:srgbClr val="17211F"/>
                </a:solidFill>
                <a:latin typeface="Segoe UI"/>
                <a:ea typeface="Segoe UI"/>
                <a:cs typeface="Segoe UI"/>
              </a:defRPr>
            </a:lvl2pPr>
            <a:lvl3pPr algn="ctr">
              <a:defRPr sz="1500" b="1">
                <a:solidFill>
                  <a:srgbClr val="17211F"/>
                </a:solidFill>
                <a:latin typeface="Segoe UI"/>
                <a:ea typeface="Segoe UI"/>
                <a:cs typeface="Segoe UI"/>
              </a:defRPr>
            </a:lvl3pPr>
            <a:lvl4pPr algn="ctr">
              <a:defRPr sz="1500" b="1">
                <a:solidFill>
                  <a:srgbClr val="17211F"/>
                </a:solidFill>
                <a:latin typeface="Segoe UI"/>
                <a:ea typeface="Segoe UI"/>
                <a:cs typeface="Segoe UI"/>
              </a:defRPr>
            </a:lvl4pPr>
            <a:lvl5pPr algn="ctr">
              <a:defRPr sz="1500" b="1">
                <a:solidFill>
                  <a:srgbClr val="17211F"/>
                </a:solidFill>
                <a:latin typeface="Segoe UI"/>
                <a:ea typeface="Segoe UI"/>
                <a:cs typeface="Segoe UI"/>
              </a:defRPr>
            </a:lvl5pPr>
            <a:lvl6pPr algn="ctr">
              <a:defRPr sz="1500" b="1">
                <a:solidFill>
                  <a:srgbClr val="17211F"/>
                </a:solidFill>
                <a:latin typeface="Segoe UI"/>
                <a:ea typeface="Segoe UI"/>
                <a:cs typeface="Segoe UI"/>
              </a:defRPr>
            </a:lvl6pPr>
            <a:lvl7pPr algn="ctr">
              <a:defRPr sz="1500" b="1">
                <a:solidFill>
                  <a:srgbClr val="17211F"/>
                </a:solidFill>
                <a:latin typeface="Segoe UI"/>
                <a:ea typeface="Segoe UI"/>
                <a:cs typeface="Segoe UI"/>
              </a:defRPr>
            </a:lvl7pPr>
            <a:lvl8pPr algn="ctr">
              <a:defRPr sz="1500" b="1">
                <a:solidFill>
                  <a:srgbClr val="17211F"/>
                </a:solidFill>
                <a:latin typeface="Segoe UI"/>
                <a:ea typeface="Segoe UI"/>
                <a:cs typeface="Segoe UI"/>
              </a:defRPr>
            </a:lvl8pPr>
            <a:lvl9pPr algn="ctr">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Dữ liệu nhu cầu</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từ Core</a:t>
            </a:r>
          </a:p>
        </p:txBody>
      </p:sp>
      <p:sp>
        <p:nvSpPr>
          <p:cNvPr id="8" name="">
            <a:extLst xmlns:a="http://schemas.openxmlformats.org/drawingml/2006/main">
              <a:ext uri="{FF2B5EF4-FFF2-40B4-BE49-F238E27FC236}">
                <a16:creationId xmlns:a16="http://schemas.microsoft.com/office/drawing/2014/main" id="{D23BBD61-F1A7-4A0A-9ABD-62A281599D98}"/>
              </a:ext>
            </a:extLst>
          </p:cNvPr>
          <p:cNvSpPr>
            <a:spLocks xmlns:a="http://schemas.openxmlformats.org/drawingml/2006/main" noGrp="1"/>
          </p:cNvSpPr>
          <p:nvPr/>
        </p:nvSpPr>
        <p:spPr>
          <a:xfrm xmlns:a="http://schemas.openxmlformats.org/drawingml/2006/main">
            <a:off x="3657600" y="2295525"/>
            <a:ext cx="23812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9" name="">
            <a:extLst xmlns:a="http://schemas.openxmlformats.org/drawingml/2006/main">
              <a:ext uri="{FF2B5EF4-FFF2-40B4-BE49-F238E27FC236}">
                <a16:creationId xmlns:a16="http://schemas.microsoft.com/office/drawing/2014/main" id="{9D71DD30-E047-4AB7-A52B-AB81FA815EB6}"/>
              </a:ext>
            </a:extLst>
          </p:cNvPr>
          <p:cNvSpPr>
            <a:spLocks xmlns:a="http://schemas.openxmlformats.org/drawingml/2006/main" noGrp="1"/>
          </p:cNvSpPr>
          <p:nvPr/>
        </p:nvSpPr>
        <p:spPr>
          <a:xfrm xmlns:a="http://schemas.openxmlformats.org/drawingml/2006/main">
            <a:off x="3790950"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defRPr sz="1500" b="1">
                <a:solidFill>
                  <a:srgbClr val="17211F"/>
                </a:solidFill>
                <a:latin typeface="Segoe UI"/>
                <a:ea typeface="Segoe UI"/>
                <a:cs typeface="Segoe UI"/>
              </a:defRPr>
            </a:lvl1pPr>
            <a:lvl2pPr algn="ctr">
              <a:defRPr sz="1500" b="1">
                <a:solidFill>
                  <a:srgbClr val="17211F"/>
                </a:solidFill>
                <a:latin typeface="Segoe UI"/>
                <a:ea typeface="Segoe UI"/>
                <a:cs typeface="Segoe UI"/>
              </a:defRPr>
            </a:lvl2pPr>
            <a:lvl3pPr algn="ctr">
              <a:defRPr sz="1500" b="1">
                <a:solidFill>
                  <a:srgbClr val="17211F"/>
                </a:solidFill>
                <a:latin typeface="Segoe UI"/>
                <a:ea typeface="Segoe UI"/>
                <a:cs typeface="Segoe UI"/>
              </a:defRPr>
            </a:lvl3pPr>
            <a:lvl4pPr algn="ctr">
              <a:defRPr sz="1500" b="1">
                <a:solidFill>
                  <a:srgbClr val="17211F"/>
                </a:solidFill>
                <a:latin typeface="Segoe UI"/>
                <a:ea typeface="Segoe UI"/>
                <a:cs typeface="Segoe UI"/>
              </a:defRPr>
            </a:lvl4pPr>
            <a:lvl5pPr algn="ctr">
              <a:defRPr sz="1500" b="1">
                <a:solidFill>
                  <a:srgbClr val="17211F"/>
                </a:solidFill>
                <a:latin typeface="Segoe UI"/>
                <a:ea typeface="Segoe UI"/>
                <a:cs typeface="Segoe UI"/>
              </a:defRPr>
            </a:lvl5pPr>
            <a:lvl6pPr algn="ctr">
              <a:defRPr sz="1500" b="1">
                <a:solidFill>
                  <a:srgbClr val="17211F"/>
                </a:solidFill>
                <a:latin typeface="Segoe UI"/>
                <a:ea typeface="Segoe UI"/>
                <a:cs typeface="Segoe UI"/>
              </a:defRPr>
            </a:lvl6pPr>
            <a:lvl7pPr algn="ctr">
              <a:defRPr sz="1500" b="1">
                <a:solidFill>
                  <a:srgbClr val="17211F"/>
                </a:solidFill>
                <a:latin typeface="Segoe UI"/>
                <a:ea typeface="Segoe UI"/>
                <a:cs typeface="Segoe UI"/>
              </a:defRPr>
            </a:lvl7pPr>
            <a:lvl8pPr algn="ctr">
              <a:defRPr sz="1500" b="1">
                <a:solidFill>
                  <a:srgbClr val="17211F"/>
                </a:solidFill>
                <a:latin typeface="Segoe UI"/>
                <a:ea typeface="Segoe UI"/>
                <a:cs typeface="Segoe UI"/>
              </a:defRPr>
            </a:lvl8pPr>
            <a:lvl9pPr algn="ctr">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Chấm điểm và</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giải thích</a:t>
            </a:r>
          </a:p>
        </p:txBody>
      </p:sp>
      <p:sp>
        <p:nvSpPr>
          <p:cNvPr id="10" name="">
            <a:extLst xmlns:a="http://schemas.openxmlformats.org/drawingml/2006/main">
              <a:ext uri="{FF2B5EF4-FFF2-40B4-BE49-F238E27FC236}">
                <a16:creationId xmlns:a16="http://schemas.microsoft.com/office/drawing/2014/main" id="{A9066D11-3E78-4754-BE95-0063AAFEBB5E}"/>
              </a:ext>
            </a:extLst>
          </p:cNvPr>
          <p:cNvSpPr>
            <a:spLocks xmlns:a="http://schemas.openxmlformats.org/drawingml/2006/main" noGrp="1"/>
          </p:cNvSpPr>
          <p:nvPr/>
        </p:nvSpPr>
        <p:spPr>
          <a:xfrm xmlns:a="http://schemas.openxmlformats.org/drawingml/2006/main">
            <a:off x="6619875" y="2295525"/>
            <a:ext cx="19050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D7F622CF-D141-42A9-9634-C620BE25EEFF}"/>
              </a:ext>
            </a:extLst>
          </p:cNvPr>
          <p:cNvSpPr>
            <a:spLocks xmlns:a="http://schemas.openxmlformats.org/drawingml/2006/main" noGrp="1"/>
          </p:cNvSpPr>
          <p:nvPr/>
        </p:nvSpPr>
        <p:spPr>
          <a:xfrm xmlns:a="http://schemas.openxmlformats.org/drawingml/2006/main">
            <a:off x="6753225" y="2438400"/>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7211F"/>
                </a:solidFill>
                <a:latin typeface="Segoe UI"/>
                <a:ea typeface="Segoe UI"/>
                <a:cs typeface="Segoe UI"/>
              </a:defRPr>
            </a:defPPr>
            <a:lvl1pPr algn="ctr">
              <a:defRPr sz="1575" b="1">
                <a:solidFill>
                  <a:srgbClr val="17211F"/>
                </a:solidFill>
                <a:latin typeface="Segoe UI"/>
                <a:ea typeface="Segoe UI"/>
                <a:cs typeface="Segoe UI"/>
              </a:defRPr>
            </a:lvl1pPr>
            <a:lvl2pPr algn="ctr">
              <a:defRPr sz="1575" b="1">
                <a:solidFill>
                  <a:srgbClr val="17211F"/>
                </a:solidFill>
                <a:latin typeface="Segoe UI"/>
                <a:ea typeface="Segoe UI"/>
                <a:cs typeface="Segoe UI"/>
              </a:defRPr>
            </a:lvl2pPr>
            <a:lvl3pPr algn="ctr">
              <a:defRPr sz="1575" b="1">
                <a:solidFill>
                  <a:srgbClr val="17211F"/>
                </a:solidFill>
                <a:latin typeface="Segoe UI"/>
                <a:ea typeface="Segoe UI"/>
                <a:cs typeface="Segoe UI"/>
              </a:defRPr>
            </a:lvl3pPr>
            <a:lvl4pPr algn="ctr">
              <a:defRPr sz="1575" b="1">
                <a:solidFill>
                  <a:srgbClr val="17211F"/>
                </a:solidFill>
                <a:latin typeface="Segoe UI"/>
                <a:ea typeface="Segoe UI"/>
                <a:cs typeface="Segoe UI"/>
              </a:defRPr>
            </a:lvl4pPr>
            <a:lvl5pPr algn="ctr">
              <a:defRPr sz="1575" b="1">
                <a:solidFill>
                  <a:srgbClr val="17211F"/>
                </a:solidFill>
                <a:latin typeface="Segoe UI"/>
                <a:ea typeface="Segoe UI"/>
                <a:cs typeface="Segoe UI"/>
              </a:defRPr>
            </a:lvl5pPr>
            <a:lvl6pPr algn="ctr">
              <a:defRPr sz="1575" b="1">
                <a:solidFill>
                  <a:srgbClr val="17211F"/>
                </a:solidFill>
                <a:latin typeface="Segoe UI"/>
                <a:ea typeface="Segoe UI"/>
                <a:cs typeface="Segoe UI"/>
              </a:defRPr>
            </a:lvl6pPr>
            <a:lvl7pPr algn="ctr">
              <a:defRPr sz="1575" b="1">
                <a:solidFill>
                  <a:srgbClr val="17211F"/>
                </a:solidFill>
                <a:latin typeface="Segoe UI"/>
                <a:ea typeface="Segoe UI"/>
                <a:cs typeface="Segoe UI"/>
              </a:defRPr>
            </a:lvl7pPr>
            <a:lvl8pPr algn="ctr">
              <a:defRPr sz="1575" b="1">
                <a:solidFill>
                  <a:srgbClr val="17211F"/>
                </a:solidFill>
                <a:latin typeface="Segoe UI"/>
                <a:ea typeface="Segoe UI"/>
                <a:cs typeface="Segoe UI"/>
              </a:defRPr>
            </a:lvl8pPr>
            <a:lvl9pPr algn="ctr">
              <a:defRPr sz="1575" b="1">
                <a:solidFill>
                  <a:srgbClr val="17211F"/>
                </a:solidFill>
                <a:latin typeface="Segoe UI"/>
                <a:ea typeface="Segoe UI"/>
                <a:cs typeface="Segoe UI"/>
              </a:defRPr>
            </a:lvl9pPr>
          </a:lstStyle>
          <a:p xmlns:a="http://schemas.openxmlformats.org/drawingml/2006/main">
            <a:pPr algn="ctr">
              <a:lnSpc>
                <a:spcPct val="108000"/>
              </a:lnSpc>
              <a:buNone/>
              <a:defRPr sz="1575" b="1">
                <a:solidFill>
                  <a:srgbClr val="17211F"/>
                </a:solidFill>
                <a:latin typeface="Segoe UI"/>
                <a:ea typeface="Segoe UI"/>
                <a:cs typeface="Segoe UI"/>
              </a:defRPr>
            </a:pPr>
            <a:r>
              <a:rPr sz="1575" b="1">
                <a:solidFill>
                  <a:srgbClr val="17211F"/>
                </a:solidFill>
                <a:latin typeface="Segoe UI"/>
                <a:ea typeface="Segoe UI"/>
                <a:cs typeface="Segoe UI"/>
              </a:rPr>
              <a:t>Lưu DRAFT</a:t>
            </a:r>
          </a:p>
        </p:txBody>
      </p:sp>
      <p:sp>
        <p:nvSpPr>
          <p:cNvPr id="12" name="">
            <a:extLst xmlns:a="http://schemas.openxmlformats.org/drawingml/2006/main">
              <a:ext uri="{FF2B5EF4-FFF2-40B4-BE49-F238E27FC236}">
                <a16:creationId xmlns:a16="http://schemas.microsoft.com/office/drawing/2014/main" id="{EE8B76E2-315D-416C-A14A-902B38E5A441}"/>
              </a:ext>
            </a:extLst>
          </p:cNvPr>
          <p:cNvSpPr>
            <a:spLocks xmlns:a="http://schemas.openxmlformats.org/drawingml/2006/main" noGrp="1"/>
          </p:cNvSpPr>
          <p:nvPr/>
        </p:nvSpPr>
        <p:spPr>
          <a:xfrm xmlns:a="http://schemas.openxmlformats.org/drawingml/2006/main">
            <a:off x="9067800" y="2295525"/>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3" name="">
            <a:extLst xmlns:a="http://schemas.openxmlformats.org/drawingml/2006/main">
              <a:ext uri="{FF2B5EF4-FFF2-40B4-BE49-F238E27FC236}">
                <a16:creationId xmlns:a16="http://schemas.microsoft.com/office/drawing/2014/main" id="{71C8297F-3C69-43A5-AC10-5A8C0B159EAE}"/>
              </a:ext>
            </a:extLst>
          </p:cNvPr>
          <p:cNvSpPr>
            <a:spLocks xmlns:a="http://schemas.openxmlformats.org/drawingml/2006/main" noGrp="1"/>
          </p:cNvSpPr>
          <p:nvPr/>
        </p:nvSpPr>
        <p:spPr>
          <a:xfrm xmlns:a="http://schemas.openxmlformats.org/drawingml/2006/main">
            <a:off x="9201150"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5283"/>
          </a:bodyPr>
          <a:lstStyle xmlns:a="http://schemas.openxmlformats.org/drawingml/2006/main">
            <a:defPPr algn="ctr">
              <a:defRPr sz="1425" b="1">
                <a:solidFill>
                  <a:srgbClr val="17211F"/>
                </a:solidFill>
                <a:latin typeface="Segoe UI"/>
                <a:ea typeface="Segoe UI"/>
                <a:cs typeface="Segoe UI"/>
              </a:defRPr>
            </a:defPPr>
            <a:lvl1pPr algn="ctr">
              <a:defRPr sz="1425" b="1">
                <a:solidFill>
                  <a:srgbClr val="17211F"/>
                </a:solidFill>
                <a:latin typeface="Segoe UI"/>
                <a:ea typeface="Segoe UI"/>
                <a:cs typeface="Segoe UI"/>
              </a:defRPr>
            </a:lvl1pPr>
            <a:lvl2pPr algn="ctr">
              <a:defRPr sz="1425" b="1">
                <a:solidFill>
                  <a:srgbClr val="17211F"/>
                </a:solidFill>
                <a:latin typeface="Segoe UI"/>
                <a:ea typeface="Segoe UI"/>
                <a:cs typeface="Segoe UI"/>
              </a:defRPr>
            </a:lvl2pPr>
            <a:lvl3pPr algn="ctr">
              <a:defRPr sz="1425" b="1">
                <a:solidFill>
                  <a:srgbClr val="17211F"/>
                </a:solidFill>
                <a:latin typeface="Segoe UI"/>
                <a:ea typeface="Segoe UI"/>
                <a:cs typeface="Segoe UI"/>
              </a:defRPr>
            </a:lvl3pPr>
            <a:lvl4pPr algn="ctr">
              <a:defRPr sz="1425" b="1">
                <a:solidFill>
                  <a:srgbClr val="17211F"/>
                </a:solidFill>
                <a:latin typeface="Segoe UI"/>
                <a:ea typeface="Segoe UI"/>
                <a:cs typeface="Segoe UI"/>
              </a:defRPr>
            </a:lvl4pPr>
            <a:lvl5pPr algn="ctr">
              <a:defRPr sz="1425" b="1">
                <a:solidFill>
                  <a:srgbClr val="17211F"/>
                </a:solidFill>
                <a:latin typeface="Segoe UI"/>
                <a:ea typeface="Segoe UI"/>
                <a:cs typeface="Segoe UI"/>
              </a:defRPr>
            </a:lvl5pPr>
            <a:lvl6pPr algn="ctr">
              <a:defRPr sz="1425" b="1">
                <a:solidFill>
                  <a:srgbClr val="17211F"/>
                </a:solidFill>
                <a:latin typeface="Segoe UI"/>
                <a:ea typeface="Segoe UI"/>
                <a:cs typeface="Segoe UI"/>
              </a:defRPr>
            </a:lvl6pPr>
            <a:lvl7pPr algn="ctr">
              <a:defRPr sz="1425" b="1">
                <a:solidFill>
                  <a:srgbClr val="17211F"/>
                </a:solidFill>
                <a:latin typeface="Segoe UI"/>
                <a:ea typeface="Segoe UI"/>
                <a:cs typeface="Segoe UI"/>
              </a:defRPr>
            </a:lvl7pPr>
            <a:lvl8pPr algn="ctr">
              <a:defRPr sz="1425" b="1">
                <a:solidFill>
                  <a:srgbClr val="17211F"/>
                </a:solidFill>
                <a:latin typeface="Segoe UI"/>
                <a:ea typeface="Segoe UI"/>
                <a:cs typeface="Segoe UI"/>
              </a:defRPr>
            </a:lvl8pPr>
            <a:lvl9pPr algn="ctr">
              <a:defRPr sz="1425" b="1">
                <a:solidFill>
                  <a:srgbClr val="17211F"/>
                </a:solidFill>
                <a:latin typeface="Segoe UI"/>
                <a:ea typeface="Segoe UI"/>
                <a:cs typeface="Segoe UI"/>
              </a:defRPr>
            </a:lvl9pPr>
          </a:lstStyle>
          <a:p xmlns:a="http://schemas.openxmlformats.org/drawingml/2006/main">
            <a:pPr algn="ctr">
              <a:lnSpc>
                <a:spcPct val="108000"/>
              </a:lnSpc>
              <a:buNone/>
              <a:defRPr sz="1425" b="1">
                <a:solidFill>
                  <a:srgbClr val="17211F"/>
                </a:solidFill>
                <a:latin typeface="Segoe UI"/>
                <a:ea typeface="Segoe UI"/>
                <a:cs typeface="Segoe UI"/>
              </a:defRPr>
            </a:pPr>
            <a:r>
              <a:rPr sz="1425" b="1">
                <a:solidFill>
                  <a:srgbClr val="17211F"/>
                </a:solidFill>
                <a:latin typeface="Segoe UI"/>
                <a:ea typeface="Segoe UI"/>
                <a:cs typeface="Segoe UI"/>
              </a:rPr>
              <a:t>Nhân viên</a:t>
            </a:r>
          </a:p>
          <a:p xmlns:a="http://schemas.openxmlformats.org/drawingml/2006/main">
            <a:pPr algn="ctr">
              <a:lnSpc>
                <a:spcPct val="108000"/>
              </a:lnSpc>
              <a:buNone/>
              <a:defRPr sz="1425" b="1">
                <a:solidFill>
                  <a:srgbClr val="17211F"/>
                </a:solidFill>
                <a:latin typeface="Segoe UI"/>
                <a:ea typeface="Segoe UI"/>
                <a:cs typeface="Segoe UI"/>
              </a:defRPr>
            </a:pPr>
            <a:r>
              <a:rPr sz="1425" b="1">
                <a:solidFill>
                  <a:srgbClr val="17211F"/>
                </a:solidFill>
                <a:latin typeface="Segoe UI"/>
                <a:ea typeface="Segoe UI"/>
                <a:cs typeface="Segoe UI"/>
              </a:rPr>
              <a:t>duyệt / từ chối</a:t>
            </a:r>
          </a:p>
        </p:txBody>
      </p:sp>
      <p:sp>
        <p:nvSpPr>
          <p:cNvPr id="14" name="">
            <a:extLst xmlns:a="http://schemas.openxmlformats.org/drawingml/2006/main">
              <a:ext uri="{FF2B5EF4-FFF2-40B4-BE49-F238E27FC236}">
                <a16:creationId xmlns:a16="http://schemas.microsoft.com/office/drawing/2014/main" id="{23744884-9BF9-4AAD-A59D-75CE286E9F43}"/>
              </a:ext>
            </a:extLst>
          </p:cNvPr>
          <p:cNvSpPr>
            <a:spLocks xmlns:a="http://schemas.openxmlformats.org/drawingml/2006/main" noGrp="1"/>
          </p:cNvSpPr>
          <p:nvPr/>
        </p:nvSpPr>
        <p:spPr>
          <a:xfrm xmlns:a="http://schemas.openxmlformats.org/drawingml/2006/main">
            <a:off x="3076575" y="263842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845CA39C-0DAC-4E60-8BEB-14C47FEFB541}"/>
              </a:ext>
            </a:extLst>
          </p:cNvPr>
          <p:cNvSpPr>
            <a:spLocks xmlns:a="http://schemas.openxmlformats.org/drawingml/2006/main" noGrp="1"/>
          </p:cNvSpPr>
          <p:nvPr/>
        </p:nvSpPr>
        <p:spPr>
          <a:xfrm xmlns:a="http://schemas.openxmlformats.org/drawingml/2006/main">
            <a:off x="6038850" y="263842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C23C9390-5941-430D-9AA4-D3B7954DDDBE}"/>
              </a:ext>
            </a:extLst>
          </p:cNvPr>
          <p:cNvSpPr>
            <a:spLocks xmlns:a="http://schemas.openxmlformats.org/drawingml/2006/main" noGrp="1"/>
          </p:cNvSpPr>
          <p:nvPr/>
        </p:nvSpPr>
        <p:spPr>
          <a:xfrm xmlns:a="http://schemas.openxmlformats.org/drawingml/2006/main">
            <a:off x="8524875" y="2638425"/>
            <a:ext cx="5429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7" name="">
            <a:extLst xmlns:a="http://schemas.openxmlformats.org/drawingml/2006/main">
              <a:ext uri="{FF2B5EF4-FFF2-40B4-BE49-F238E27FC236}">
                <a16:creationId xmlns:a16="http://schemas.microsoft.com/office/drawing/2014/main" id="{F5DC7C62-D981-42A9-8570-4221C5B6D805}"/>
              </a:ext>
            </a:extLst>
          </p:cNvPr>
          <p:cNvSpPr>
            <a:spLocks xmlns:a="http://schemas.openxmlformats.org/drawingml/2006/main" noGrp="1"/>
          </p:cNvSpPr>
          <p:nvPr/>
        </p:nvSpPr>
        <p:spPr>
          <a:xfrm xmlns:a="http://schemas.openxmlformats.org/drawingml/2006/main">
            <a:off x="695325" y="3914775"/>
            <a:ext cx="3905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0F766E"/>
                </a:solidFill>
                <a:latin typeface="Segoe UI"/>
                <a:ea typeface="Segoe UI"/>
                <a:cs typeface="Segoe UI"/>
              </a:defRPr>
            </a:defPPr>
            <a:lvl1pPr algn="l">
              <a:defRPr sz="2100" b="1">
                <a:solidFill>
                  <a:srgbClr val="0F766E"/>
                </a:solidFill>
                <a:latin typeface="Segoe UI"/>
                <a:ea typeface="Segoe UI"/>
                <a:cs typeface="Segoe UI"/>
              </a:defRPr>
            </a:lvl1pPr>
            <a:lvl2pPr algn="l">
              <a:defRPr sz="2100" b="1">
                <a:solidFill>
                  <a:srgbClr val="0F766E"/>
                </a:solidFill>
                <a:latin typeface="Segoe UI"/>
                <a:ea typeface="Segoe UI"/>
                <a:cs typeface="Segoe UI"/>
              </a:defRPr>
            </a:lvl2pPr>
            <a:lvl3pPr algn="l">
              <a:defRPr sz="2100" b="1">
                <a:solidFill>
                  <a:srgbClr val="0F766E"/>
                </a:solidFill>
                <a:latin typeface="Segoe UI"/>
                <a:ea typeface="Segoe UI"/>
                <a:cs typeface="Segoe UI"/>
              </a:defRPr>
            </a:lvl3pPr>
            <a:lvl4pPr algn="l">
              <a:defRPr sz="2100" b="1">
                <a:solidFill>
                  <a:srgbClr val="0F766E"/>
                </a:solidFill>
                <a:latin typeface="Segoe UI"/>
                <a:ea typeface="Segoe UI"/>
                <a:cs typeface="Segoe UI"/>
              </a:defRPr>
            </a:lvl4pPr>
            <a:lvl5pPr algn="l">
              <a:defRPr sz="2100" b="1">
                <a:solidFill>
                  <a:srgbClr val="0F766E"/>
                </a:solidFill>
                <a:latin typeface="Segoe UI"/>
                <a:ea typeface="Segoe UI"/>
                <a:cs typeface="Segoe UI"/>
              </a:defRPr>
            </a:lvl5pPr>
            <a:lvl6pPr algn="l">
              <a:defRPr sz="2100" b="1">
                <a:solidFill>
                  <a:srgbClr val="0F766E"/>
                </a:solidFill>
                <a:latin typeface="Segoe UI"/>
                <a:ea typeface="Segoe UI"/>
                <a:cs typeface="Segoe UI"/>
              </a:defRPr>
            </a:lvl6pPr>
            <a:lvl7pPr algn="l">
              <a:defRPr sz="2100" b="1">
                <a:solidFill>
                  <a:srgbClr val="0F766E"/>
                </a:solidFill>
                <a:latin typeface="Segoe UI"/>
                <a:ea typeface="Segoe UI"/>
                <a:cs typeface="Segoe UI"/>
              </a:defRPr>
            </a:lvl7pPr>
            <a:lvl8pPr algn="l">
              <a:defRPr sz="2100" b="1">
                <a:solidFill>
                  <a:srgbClr val="0F766E"/>
                </a:solidFill>
                <a:latin typeface="Segoe UI"/>
                <a:ea typeface="Segoe UI"/>
                <a:cs typeface="Segoe UI"/>
              </a:defRPr>
            </a:lvl8pPr>
            <a:lvl9pPr algn="l">
              <a:defRPr sz="2100" b="1">
                <a:solidFill>
                  <a:srgbClr val="0F766E"/>
                </a:solidFill>
                <a:latin typeface="Segoe UI"/>
                <a:ea typeface="Segoe UI"/>
                <a:cs typeface="Segoe UI"/>
              </a:defRPr>
            </a:lvl9pPr>
          </a:lstStyle>
          <a:p xmlns:a="http://schemas.openxmlformats.org/drawingml/2006/main">
            <a:pPr algn="l">
              <a:lnSpc>
                <a:spcPct val="108000"/>
              </a:lnSpc>
              <a:buNone/>
              <a:defRPr sz="2100" b="1">
                <a:solidFill>
                  <a:srgbClr val="0F766E"/>
                </a:solidFill>
                <a:latin typeface="Segoe UI"/>
                <a:ea typeface="Segoe UI"/>
                <a:cs typeface="Segoe UI"/>
              </a:defRPr>
            </a:pPr>
            <a:r>
              <a:rPr sz="2100" b="1">
                <a:solidFill>
                  <a:srgbClr val="0F766E"/>
                </a:solidFill>
                <a:latin typeface="Segoe UI"/>
                <a:ea typeface="Segoe UI"/>
                <a:cs typeface="Segoe UI"/>
              </a:rPr>
              <a:t>Đã có trên PR #27</a:t>
            </a:r>
          </a:p>
        </p:txBody>
      </p:sp>
      <p:sp>
        <p:nvSpPr>
          <p:cNvPr id="18" name="">
            <a:extLst xmlns:a="http://schemas.openxmlformats.org/drawingml/2006/main">
              <a:ext uri="{FF2B5EF4-FFF2-40B4-BE49-F238E27FC236}">
                <a16:creationId xmlns:a16="http://schemas.microsoft.com/office/drawing/2014/main" id="{74E6CD84-8DCB-47DD-A6EB-1C49F0899052}"/>
              </a:ext>
            </a:extLst>
          </p:cNvPr>
          <p:cNvSpPr>
            <a:spLocks xmlns:a="http://schemas.openxmlformats.org/drawingml/2006/main" noGrp="1"/>
          </p:cNvSpPr>
          <p:nvPr/>
        </p:nvSpPr>
        <p:spPr>
          <a:xfrm xmlns:a="http://schemas.openxmlformats.org/drawingml/2006/main">
            <a:off x="695325" y="4438650"/>
            <a:ext cx="50101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defRPr sz="1725" b="0">
                <a:solidFill>
                  <a:srgbClr val="17211F"/>
                </a:solidFill>
                <a:latin typeface="Segoe UI"/>
                <a:ea typeface="Segoe UI"/>
                <a:cs typeface="Segoe UI"/>
              </a:defRPr>
            </a:lvl1pPr>
            <a:lvl2pPr algn="l">
              <a:defRPr sz="1725" b="0">
                <a:solidFill>
                  <a:srgbClr val="17211F"/>
                </a:solidFill>
                <a:latin typeface="Segoe UI"/>
                <a:ea typeface="Segoe UI"/>
                <a:cs typeface="Segoe UI"/>
              </a:defRPr>
            </a:lvl2pPr>
            <a:lvl3pPr algn="l">
              <a:defRPr sz="1725" b="0">
                <a:solidFill>
                  <a:srgbClr val="17211F"/>
                </a:solidFill>
                <a:latin typeface="Segoe UI"/>
                <a:ea typeface="Segoe UI"/>
                <a:cs typeface="Segoe UI"/>
              </a:defRPr>
            </a:lvl3pPr>
            <a:lvl4pPr algn="l">
              <a:defRPr sz="1725" b="0">
                <a:solidFill>
                  <a:srgbClr val="17211F"/>
                </a:solidFill>
                <a:latin typeface="Segoe UI"/>
                <a:ea typeface="Segoe UI"/>
                <a:cs typeface="Segoe UI"/>
              </a:defRPr>
            </a:lvl4pPr>
            <a:lvl5pPr algn="l">
              <a:defRPr sz="1725" b="0">
                <a:solidFill>
                  <a:srgbClr val="17211F"/>
                </a:solidFill>
                <a:latin typeface="Segoe UI"/>
                <a:ea typeface="Segoe UI"/>
                <a:cs typeface="Segoe UI"/>
              </a:defRPr>
            </a:lvl5pPr>
            <a:lvl6pPr algn="l">
              <a:defRPr sz="1725" b="0">
                <a:solidFill>
                  <a:srgbClr val="17211F"/>
                </a:solidFill>
                <a:latin typeface="Segoe UI"/>
                <a:ea typeface="Segoe UI"/>
                <a:cs typeface="Segoe UI"/>
              </a:defRPr>
            </a:lvl6pPr>
            <a:lvl7pPr algn="l">
              <a:defRPr sz="1725" b="0">
                <a:solidFill>
                  <a:srgbClr val="17211F"/>
                </a:solidFill>
                <a:latin typeface="Segoe UI"/>
                <a:ea typeface="Segoe UI"/>
                <a:cs typeface="Segoe UI"/>
              </a:defRPr>
            </a:lvl7pPr>
            <a:lvl8pPr algn="l">
              <a:defRPr sz="1725" b="0">
                <a:solidFill>
                  <a:srgbClr val="17211F"/>
                </a:solidFill>
                <a:latin typeface="Segoe UI"/>
                <a:ea typeface="Segoe UI"/>
                <a:cs typeface="Segoe UI"/>
              </a:defRPr>
            </a:lvl8pPr>
            <a:lvl9pPr algn="l">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Điểm và bằng chứng, lưu DRAFT, API/UI xem và duyệt nội bộ.</a:t>
            </a:r>
          </a:p>
        </p:txBody>
      </p:sp>
      <p:sp>
        <p:nvSpPr>
          <p:cNvPr id="19" name="">
            <a:extLst xmlns:a="http://schemas.openxmlformats.org/drawingml/2006/main">
              <a:ext uri="{FF2B5EF4-FFF2-40B4-BE49-F238E27FC236}">
                <a16:creationId xmlns:a16="http://schemas.microsoft.com/office/drawing/2014/main" id="{0265C41A-18EC-4CBF-89DB-15024A6880C5}"/>
              </a:ext>
            </a:extLst>
          </p:cNvPr>
          <p:cNvSpPr>
            <a:spLocks xmlns:a="http://schemas.openxmlformats.org/drawingml/2006/main" noGrp="1"/>
          </p:cNvSpPr>
          <p:nvPr/>
        </p:nvSpPr>
        <p:spPr>
          <a:xfrm xmlns:a="http://schemas.openxmlformats.org/drawingml/2006/main">
            <a:off x="6324600" y="3914775"/>
            <a:ext cx="5000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9D5B14"/>
                </a:solidFill>
                <a:latin typeface="Segoe UI"/>
                <a:ea typeface="Segoe UI"/>
                <a:cs typeface="Segoe UI"/>
              </a:defRPr>
            </a:defPPr>
            <a:lvl1pPr algn="l">
              <a:defRPr sz="2100" b="1">
                <a:solidFill>
                  <a:srgbClr val="9D5B14"/>
                </a:solidFill>
                <a:latin typeface="Segoe UI"/>
                <a:ea typeface="Segoe UI"/>
                <a:cs typeface="Segoe UI"/>
              </a:defRPr>
            </a:lvl1pPr>
            <a:lvl2pPr algn="l">
              <a:defRPr sz="2100" b="1">
                <a:solidFill>
                  <a:srgbClr val="9D5B14"/>
                </a:solidFill>
                <a:latin typeface="Segoe UI"/>
                <a:ea typeface="Segoe UI"/>
                <a:cs typeface="Segoe UI"/>
              </a:defRPr>
            </a:lvl2pPr>
            <a:lvl3pPr algn="l">
              <a:defRPr sz="2100" b="1">
                <a:solidFill>
                  <a:srgbClr val="9D5B14"/>
                </a:solidFill>
                <a:latin typeface="Segoe UI"/>
                <a:ea typeface="Segoe UI"/>
                <a:cs typeface="Segoe UI"/>
              </a:defRPr>
            </a:lvl3pPr>
            <a:lvl4pPr algn="l">
              <a:defRPr sz="2100" b="1">
                <a:solidFill>
                  <a:srgbClr val="9D5B14"/>
                </a:solidFill>
                <a:latin typeface="Segoe UI"/>
                <a:ea typeface="Segoe UI"/>
                <a:cs typeface="Segoe UI"/>
              </a:defRPr>
            </a:lvl4pPr>
            <a:lvl5pPr algn="l">
              <a:defRPr sz="2100" b="1">
                <a:solidFill>
                  <a:srgbClr val="9D5B14"/>
                </a:solidFill>
                <a:latin typeface="Segoe UI"/>
                <a:ea typeface="Segoe UI"/>
                <a:cs typeface="Segoe UI"/>
              </a:defRPr>
            </a:lvl5pPr>
            <a:lvl6pPr algn="l">
              <a:defRPr sz="2100" b="1">
                <a:solidFill>
                  <a:srgbClr val="9D5B14"/>
                </a:solidFill>
                <a:latin typeface="Segoe UI"/>
                <a:ea typeface="Segoe UI"/>
                <a:cs typeface="Segoe UI"/>
              </a:defRPr>
            </a:lvl6pPr>
            <a:lvl7pPr algn="l">
              <a:defRPr sz="2100" b="1">
                <a:solidFill>
                  <a:srgbClr val="9D5B14"/>
                </a:solidFill>
                <a:latin typeface="Segoe UI"/>
                <a:ea typeface="Segoe UI"/>
                <a:cs typeface="Segoe UI"/>
              </a:defRPr>
            </a:lvl7pPr>
            <a:lvl8pPr algn="l">
              <a:defRPr sz="2100" b="1">
                <a:solidFill>
                  <a:srgbClr val="9D5B14"/>
                </a:solidFill>
                <a:latin typeface="Segoe UI"/>
                <a:ea typeface="Segoe UI"/>
                <a:cs typeface="Segoe UI"/>
              </a:defRPr>
            </a:lvl8pPr>
            <a:lvl9pPr algn="l">
              <a:defRPr sz="2100" b="1">
                <a:solidFill>
                  <a:srgbClr val="9D5B14"/>
                </a:solidFill>
                <a:latin typeface="Segoe UI"/>
                <a:ea typeface="Segoe UI"/>
                <a:cs typeface="Segoe UI"/>
              </a:defRPr>
            </a:lvl9pPr>
          </a:lstStyle>
          <a:p xmlns:a="http://schemas.openxmlformats.org/drawingml/2006/main">
            <a:pPr algn="l">
              <a:lnSpc>
                <a:spcPct val="108000"/>
              </a:lnSpc>
              <a:buNone/>
              <a:defRPr sz="2100" b="1">
                <a:solidFill>
                  <a:srgbClr val="9D5B14"/>
                </a:solidFill>
                <a:latin typeface="Segoe UI"/>
                <a:ea typeface="Segoe UI"/>
                <a:cs typeface="Segoe UI"/>
              </a:defRPr>
            </a:pPr>
            <a:r>
              <a:rPr sz="2100" b="1">
                <a:solidFill>
                  <a:srgbClr val="9D5B14"/>
                </a:solidFill>
                <a:latin typeface="Segoe UI"/>
                <a:ea typeface="Segoe UI"/>
                <a:cs typeface="Segoe UI"/>
              </a:rPr>
              <a:t>Còn thiếu để demo trọn luồng</a:t>
            </a:r>
          </a:p>
        </p:txBody>
      </p:sp>
      <p:sp>
        <p:nvSpPr>
          <p:cNvPr id="20" name="">
            <a:extLst xmlns:a="http://schemas.openxmlformats.org/drawingml/2006/main">
              <a:ext uri="{FF2B5EF4-FFF2-40B4-BE49-F238E27FC236}">
                <a16:creationId xmlns:a16="http://schemas.microsoft.com/office/drawing/2014/main" id="{8DA3BAEB-BEE7-47A6-B8B9-33DB452D336F}"/>
              </a:ext>
            </a:extLst>
          </p:cNvPr>
          <p:cNvSpPr>
            <a:spLocks xmlns:a="http://schemas.openxmlformats.org/drawingml/2006/main" noGrp="1"/>
          </p:cNvSpPr>
          <p:nvPr/>
        </p:nvSpPr>
        <p:spPr>
          <a:xfrm xmlns:a="http://schemas.openxmlformats.org/drawingml/2006/main">
            <a:off x="6324600" y="4438650"/>
            <a:ext cx="50101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defRPr sz="1725" b="0">
                <a:solidFill>
                  <a:srgbClr val="17211F"/>
                </a:solidFill>
                <a:latin typeface="Segoe UI"/>
                <a:ea typeface="Segoe UI"/>
                <a:cs typeface="Segoe UI"/>
              </a:defRPr>
            </a:lvl1pPr>
            <a:lvl2pPr algn="l">
              <a:defRPr sz="1725" b="0">
                <a:solidFill>
                  <a:srgbClr val="17211F"/>
                </a:solidFill>
                <a:latin typeface="Segoe UI"/>
                <a:ea typeface="Segoe UI"/>
                <a:cs typeface="Segoe UI"/>
              </a:defRPr>
            </a:lvl2pPr>
            <a:lvl3pPr algn="l">
              <a:defRPr sz="1725" b="0">
                <a:solidFill>
                  <a:srgbClr val="17211F"/>
                </a:solidFill>
                <a:latin typeface="Segoe UI"/>
                <a:ea typeface="Segoe UI"/>
                <a:cs typeface="Segoe UI"/>
              </a:defRPr>
            </a:lvl3pPr>
            <a:lvl4pPr algn="l">
              <a:defRPr sz="1725" b="0">
                <a:solidFill>
                  <a:srgbClr val="17211F"/>
                </a:solidFill>
                <a:latin typeface="Segoe UI"/>
                <a:ea typeface="Segoe UI"/>
                <a:cs typeface="Segoe UI"/>
              </a:defRPr>
            </a:lvl4pPr>
            <a:lvl5pPr algn="l">
              <a:defRPr sz="1725" b="0">
                <a:solidFill>
                  <a:srgbClr val="17211F"/>
                </a:solidFill>
                <a:latin typeface="Segoe UI"/>
                <a:ea typeface="Segoe UI"/>
                <a:cs typeface="Segoe UI"/>
              </a:defRPr>
            </a:lvl5pPr>
            <a:lvl6pPr algn="l">
              <a:defRPr sz="1725" b="0">
                <a:solidFill>
                  <a:srgbClr val="17211F"/>
                </a:solidFill>
                <a:latin typeface="Segoe UI"/>
                <a:ea typeface="Segoe UI"/>
                <a:cs typeface="Segoe UI"/>
              </a:defRPr>
            </a:lvl6pPr>
            <a:lvl7pPr algn="l">
              <a:defRPr sz="1725" b="0">
                <a:solidFill>
                  <a:srgbClr val="17211F"/>
                </a:solidFill>
                <a:latin typeface="Segoe UI"/>
                <a:ea typeface="Segoe UI"/>
                <a:cs typeface="Segoe UI"/>
              </a:defRPr>
            </a:lvl7pPr>
            <a:lvl8pPr algn="l">
              <a:defRPr sz="1725" b="0">
                <a:solidFill>
                  <a:srgbClr val="17211F"/>
                </a:solidFill>
                <a:latin typeface="Segoe UI"/>
                <a:ea typeface="Segoe UI"/>
                <a:cs typeface="Segoe UI"/>
              </a:defRPr>
            </a:lvl8pPr>
            <a:lvl9pPr algn="l">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Nguồn Core thật, tạo đề xuất từ dữ liệu thật, báo cáo/CSV và E2E liên dịch vụ.</a:t>
            </a:r>
          </a:p>
        </p:txBody>
      </p:sp>
    </p:spTree>
    <p:extLst>
      <p:ext uri="{BB962C8B-B14F-4D97-AF65-F5344CB8AC3E}">
        <p14:creationId xmlns:p14="http://schemas.microsoft.com/office/powerpoint/2010/main" val="1675026842"/>
      </p:ext>
    </p:extLst>
  </p:cSld>
</p:sld>
</file>

<file path=ppt/slides/slide1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67F967D-635B-4EE8-9066-78BDA814DE19}"/>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CHẤT LƯỢNG</a:t>
            </a:r>
          </a:p>
        </p:txBody>
      </p:sp>
      <p:sp>
        <p:nvSpPr>
          <p:cNvPr id="2" name="">
            <a:extLst xmlns:a="http://schemas.openxmlformats.org/drawingml/2006/main">
              <a:ext uri="{FF2B5EF4-FFF2-40B4-BE49-F238E27FC236}">
                <a16:creationId xmlns:a16="http://schemas.microsoft.com/office/drawing/2014/main" id="{73C3C687-7E63-4200-8829-624482E0710C}"/>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Bằng chứng tại commit 6e03c9a</a:t>
            </a:r>
          </a:p>
        </p:txBody>
      </p:sp>
      <p:sp>
        <p:nvSpPr>
          <p:cNvPr id="3" name="">
            <a:extLst xmlns:a="http://schemas.openxmlformats.org/drawingml/2006/main">
              <a:ext uri="{FF2B5EF4-FFF2-40B4-BE49-F238E27FC236}">
                <a16:creationId xmlns:a16="http://schemas.microsoft.com/office/drawing/2014/main" id="{9AD456C0-90D1-4878-87D1-9A90A774D464}"/>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B6D73B1C-12CE-4B30-9BC5-3A74C48B7A07}"/>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60E3153F-6C05-4AF6-A7D1-66715BFAA10B}"/>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12</a:t>
            </a:r>
          </a:p>
        </p:txBody>
      </p:sp>
      <p:sp>
        <p:nvSpPr>
          <p:cNvPr id="6" name="">
            <a:extLst xmlns:a="http://schemas.openxmlformats.org/drawingml/2006/main">
              <a:ext uri="{FF2B5EF4-FFF2-40B4-BE49-F238E27FC236}">
                <a16:creationId xmlns:a16="http://schemas.microsoft.com/office/drawing/2014/main" id="{0B8C644E-D6A3-4AFB-BD7E-BC7E65CA4B4A}"/>
              </a:ext>
            </a:extLst>
          </p:cNvPr>
          <p:cNvSpPr>
            <a:spLocks xmlns:a="http://schemas.openxmlformats.org/drawingml/2006/main" noGrp="1"/>
          </p:cNvSpPr>
          <p:nvPr/>
        </p:nvSpPr>
        <p:spPr>
          <a:xfrm xmlns:a="http://schemas.openxmlformats.org/drawingml/2006/main">
            <a:off x="695325" y="2066925"/>
            <a:ext cx="30480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0" b="1">
                <a:solidFill>
                  <a:srgbClr val="0F766E"/>
                </a:solidFill>
                <a:latin typeface="Segoe UI"/>
                <a:ea typeface="Segoe UI"/>
                <a:cs typeface="Segoe UI"/>
              </a:defRPr>
            </a:defPPr>
            <a:lvl1pPr algn="l">
              <a:defRPr sz="7500" b="1">
                <a:solidFill>
                  <a:srgbClr val="0F766E"/>
                </a:solidFill>
                <a:latin typeface="Segoe UI"/>
                <a:ea typeface="Segoe UI"/>
                <a:cs typeface="Segoe UI"/>
              </a:defRPr>
            </a:lvl1pPr>
            <a:lvl2pPr algn="l">
              <a:defRPr sz="7500" b="1">
                <a:solidFill>
                  <a:srgbClr val="0F766E"/>
                </a:solidFill>
                <a:latin typeface="Segoe UI"/>
                <a:ea typeface="Segoe UI"/>
                <a:cs typeface="Segoe UI"/>
              </a:defRPr>
            </a:lvl2pPr>
            <a:lvl3pPr algn="l">
              <a:defRPr sz="7500" b="1">
                <a:solidFill>
                  <a:srgbClr val="0F766E"/>
                </a:solidFill>
                <a:latin typeface="Segoe UI"/>
                <a:ea typeface="Segoe UI"/>
                <a:cs typeface="Segoe UI"/>
              </a:defRPr>
            </a:lvl3pPr>
            <a:lvl4pPr algn="l">
              <a:defRPr sz="7500" b="1">
                <a:solidFill>
                  <a:srgbClr val="0F766E"/>
                </a:solidFill>
                <a:latin typeface="Segoe UI"/>
                <a:ea typeface="Segoe UI"/>
                <a:cs typeface="Segoe UI"/>
              </a:defRPr>
            </a:lvl4pPr>
            <a:lvl5pPr algn="l">
              <a:defRPr sz="7500" b="1">
                <a:solidFill>
                  <a:srgbClr val="0F766E"/>
                </a:solidFill>
                <a:latin typeface="Segoe UI"/>
                <a:ea typeface="Segoe UI"/>
                <a:cs typeface="Segoe UI"/>
              </a:defRPr>
            </a:lvl5pPr>
            <a:lvl6pPr algn="l">
              <a:defRPr sz="7500" b="1">
                <a:solidFill>
                  <a:srgbClr val="0F766E"/>
                </a:solidFill>
                <a:latin typeface="Segoe UI"/>
                <a:ea typeface="Segoe UI"/>
                <a:cs typeface="Segoe UI"/>
              </a:defRPr>
            </a:lvl6pPr>
            <a:lvl7pPr algn="l">
              <a:defRPr sz="7500" b="1">
                <a:solidFill>
                  <a:srgbClr val="0F766E"/>
                </a:solidFill>
                <a:latin typeface="Segoe UI"/>
                <a:ea typeface="Segoe UI"/>
                <a:cs typeface="Segoe UI"/>
              </a:defRPr>
            </a:lvl7pPr>
            <a:lvl8pPr algn="l">
              <a:defRPr sz="7500" b="1">
                <a:solidFill>
                  <a:srgbClr val="0F766E"/>
                </a:solidFill>
                <a:latin typeface="Segoe UI"/>
                <a:ea typeface="Segoe UI"/>
                <a:cs typeface="Segoe UI"/>
              </a:defRPr>
            </a:lvl8pPr>
            <a:lvl9pPr algn="l">
              <a:defRPr sz="7500" b="1">
                <a:solidFill>
                  <a:srgbClr val="0F766E"/>
                </a:solidFill>
                <a:latin typeface="Segoe UI"/>
                <a:ea typeface="Segoe UI"/>
                <a:cs typeface="Segoe UI"/>
              </a:defRPr>
            </a:lvl9pPr>
          </a:lstStyle>
          <a:p xmlns:a="http://schemas.openxmlformats.org/drawingml/2006/main">
            <a:pPr algn="l">
              <a:lnSpc>
                <a:spcPct val="108000"/>
              </a:lnSpc>
              <a:buNone/>
              <a:defRPr sz="7500" b="1">
                <a:solidFill>
                  <a:srgbClr val="0F766E"/>
                </a:solidFill>
                <a:latin typeface="Segoe UI"/>
                <a:ea typeface="Segoe UI"/>
                <a:cs typeface="Segoe UI"/>
              </a:defRPr>
            </a:pPr>
            <a:r>
              <a:rPr sz="7500" b="1">
                <a:solidFill>
                  <a:srgbClr val="0F766E"/>
                </a:solidFill>
                <a:latin typeface="Segoe UI"/>
                <a:ea typeface="Segoe UI"/>
                <a:cs typeface="Segoe UI"/>
              </a:rPr>
              <a:t>5/5</a:t>
            </a:r>
          </a:p>
        </p:txBody>
      </p:sp>
      <p:sp>
        <p:nvSpPr>
          <p:cNvPr id="7" name="">
            <a:extLst xmlns:a="http://schemas.openxmlformats.org/drawingml/2006/main">
              <a:ext uri="{FF2B5EF4-FFF2-40B4-BE49-F238E27FC236}">
                <a16:creationId xmlns:a16="http://schemas.microsoft.com/office/drawing/2014/main" id="{A34541B3-6C2F-4B9C-9EBD-5DE5EFE84BEE}"/>
              </a:ext>
            </a:extLst>
          </p:cNvPr>
          <p:cNvSpPr>
            <a:spLocks xmlns:a="http://schemas.openxmlformats.org/drawingml/2006/main" noGrp="1"/>
          </p:cNvSpPr>
          <p:nvPr/>
        </p:nvSpPr>
        <p:spPr>
          <a:xfrm xmlns:a="http://schemas.openxmlformats.org/drawingml/2006/main">
            <a:off x="3743325" y="2190750"/>
            <a:ext cx="7467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7211F"/>
                </a:solidFill>
                <a:latin typeface="Segoe UI"/>
                <a:ea typeface="Segoe UI"/>
                <a:cs typeface="Segoe UI"/>
              </a:defRPr>
            </a:defPPr>
            <a:lvl1pPr algn="l">
              <a:defRPr sz="2325" b="1">
                <a:solidFill>
                  <a:srgbClr val="17211F"/>
                </a:solidFill>
                <a:latin typeface="Segoe UI"/>
                <a:ea typeface="Segoe UI"/>
                <a:cs typeface="Segoe UI"/>
              </a:defRPr>
            </a:lvl1pPr>
            <a:lvl2pPr algn="l">
              <a:defRPr sz="2325" b="1">
                <a:solidFill>
                  <a:srgbClr val="17211F"/>
                </a:solidFill>
                <a:latin typeface="Segoe UI"/>
                <a:ea typeface="Segoe UI"/>
                <a:cs typeface="Segoe UI"/>
              </a:defRPr>
            </a:lvl2pPr>
            <a:lvl3pPr algn="l">
              <a:defRPr sz="2325" b="1">
                <a:solidFill>
                  <a:srgbClr val="17211F"/>
                </a:solidFill>
                <a:latin typeface="Segoe UI"/>
                <a:ea typeface="Segoe UI"/>
                <a:cs typeface="Segoe UI"/>
              </a:defRPr>
            </a:lvl3pPr>
            <a:lvl4pPr algn="l">
              <a:defRPr sz="2325" b="1">
                <a:solidFill>
                  <a:srgbClr val="17211F"/>
                </a:solidFill>
                <a:latin typeface="Segoe UI"/>
                <a:ea typeface="Segoe UI"/>
                <a:cs typeface="Segoe UI"/>
              </a:defRPr>
            </a:lvl4pPr>
            <a:lvl5pPr algn="l">
              <a:defRPr sz="2325" b="1">
                <a:solidFill>
                  <a:srgbClr val="17211F"/>
                </a:solidFill>
                <a:latin typeface="Segoe UI"/>
                <a:ea typeface="Segoe UI"/>
                <a:cs typeface="Segoe UI"/>
              </a:defRPr>
            </a:lvl5pPr>
            <a:lvl6pPr algn="l">
              <a:defRPr sz="2325" b="1">
                <a:solidFill>
                  <a:srgbClr val="17211F"/>
                </a:solidFill>
                <a:latin typeface="Segoe UI"/>
                <a:ea typeface="Segoe UI"/>
                <a:cs typeface="Segoe UI"/>
              </a:defRPr>
            </a:lvl6pPr>
            <a:lvl7pPr algn="l">
              <a:defRPr sz="2325" b="1">
                <a:solidFill>
                  <a:srgbClr val="17211F"/>
                </a:solidFill>
                <a:latin typeface="Segoe UI"/>
                <a:ea typeface="Segoe UI"/>
                <a:cs typeface="Segoe UI"/>
              </a:defRPr>
            </a:lvl7pPr>
            <a:lvl8pPr algn="l">
              <a:defRPr sz="2325" b="1">
                <a:solidFill>
                  <a:srgbClr val="17211F"/>
                </a:solidFill>
                <a:latin typeface="Segoe UI"/>
                <a:ea typeface="Segoe UI"/>
                <a:cs typeface="Segoe UI"/>
              </a:defRPr>
            </a:lvl8pPr>
            <a:lvl9pPr algn="l">
              <a:defRPr sz="2325" b="1">
                <a:solidFill>
                  <a:srgbClr val="17211F"/>
                </a:solidFill>
                <a:latin typeface="Segoe UI"/>
                <a:ea typeface="Segoe UI"/>
                <a:cs typeface="Segoe UI"/>
              </a:defRPr>
            </a:lvl9pPr>
          </a:lstStyle>
          <a:p xmlns:a="http://schemas.openxmlformats.org/drawingml/2006/main">
            <a:pPr algn="l">
              <a:lnSpc>
                <a:spcPct val="108000"/>
              </a:lnSpc>
              <a:buNone/>
              <a:defRPr sz="2325" b="1">
                <a:solidFill>
                  <a:srgbClr val="17211F"/>
                </a:solidFill>
                <a:latin typeface="Segoe UI"/>
                <a:ea typeface="Segoe UI"/>
                <a:cs typeface="Segoe UI"/>
              </a:defRPr>
            </a:pPr>
            <a:r>
              <a:rPr sz="2325" b="1">
                <a:solidFill>
                  <a:srgbClr val="17211F"/>
                </a:solidFill>
                <a:latin typeface="Segoe UI"/>
                <a:ea typeface="Segoe UI"/>
                <a:cs typeface="Segoe UI"/>
              </a:rPr>
              <a:t>GitHub Actions thành công</a:t>
            </a:r>
          </a:p>
          <a:p xmlns:a="http://schemas.openxmlformats.org/drawingml/2006/main">
            <a:pPr algn="l">
              <a:lnSpc>
                <a:spcPct val="108000"/>
              </a:lnSpc>
              <a:buNone/>
              <a:defRPr sz="2325" b="1">
                <a:solidFill>
                  <a:srgbClr val="17211F"/>
                </a:solidFill>
                <a:latin typeface="Segoe UI"/>
                <a:ea typeface="Segoe UI"/>
                <a:cs typeface="Segoe UI"/>
              </a:defRPr>
            </a:pPr>
            <a:r>
              <a:rPr sz="2325" b="1">
                <a:solidFill>
                  <a:srgbClr val="17211F"/>
                </a:solidFill>
                <a:latin typeface="Segoe UI"/>
                <a:ea typeface="Segoe UI"/>
                <a:cs typeface="Segoe UI"/>
              </a:rPr>
              <a:t>trên DEV1 6e03c9a</a:t>
            </a:r>
          </a:p>
        </p:txBody>
      </p:sp>
      <p:sp>
        <p:nvSpPr>
          <p:cNvPr id="8" name="">
            <a:extLst xmlns:a="http://schemas.openxmlformats.org/drawingml/2006/main">
              <a:ext uri="{FF2B5EF4-FFF2-40B4-BE49-F238E27FC236}">
                <a16:creationId xmlns:a16="http://schemas.microsoft.com/office/drawing/2014/main" id="{73E73720-0A77-4D42-BA2A-488613247506}"/>
              </a:ext>
            </a:extLst>
          </p:cNvPr>
          <p:cNvSpPr>
            <a:spLocks xmlns:a="http://schemas.openxmlformats.org/drawingml/2006/main" noGrp="1"/>
          </p:cNvSpPr>
          <p:nvPr/>
        </p:nvSpPr>
        <p:spPr>
          <a:xfrm xmlns:a="http://schemas.openxmlformats.org/drawingml/2006/main">
            <a:off x="695325" y="3619500"/>
            <a:ext cx="10734675" cy="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9" name="">
            <a:extLst xmlns:a="http://schemas.openxmlformats.org/drawingml/2006/main">
              <a:ext uri="{FF2B5EF4-FFF2-40B4-BE49-F238E27FC236}">
                <a16:creationId xmlns:a16="http://schemas.microsoft.com/office/drawing/2014/main" id="{C2C2154A-B16B-46CD-A0C2-E33CF523DF5D}"/>
              </a:ext>
            </a:extLst>
          </p:cNvPr>
          <p:cNvSpPr>
            <a:spLocks xmlns:a="http://schemas.openxmlformats.org/drawingml/2006/main" noGrp="1"/>
          </p:cNvSpPr>
          <p:nvPr/>
        </p:nvSpPr>
        <p:spPr>
          <a:xfrm xmlns:a="http://schemas.openxmlformats.org/drawingml/2006/main">
            <a:off x="71437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defRPr sz="1725" b="1">
                <a:solidFill>
                  <a:srgbClr val="0F766E"/>
                </a:solidFill>
                <a:latin typeface="Segoe UI"/>
                <a:ea typeface="Segoe UI"/>
                <a:cs typeface="Segoe UI"/>
              </a:defRPr>
            </a:lvl1pPr>
            <a:lvl2pPr algn="l">
              <a:defRPr sz="1725" b="1">
                <a:solidFill>
                  <a:srgbClr val="0F766E"/>
                </a:solidFill>
                <a:latin typeface="Segoe UI"/>
                <a:ea typeface="Segoe UI"/>
                <a:cs typeface="Segoe UI"/>
              </a:defRPr>
            </a:lvl2pPr>
            <a:lvl3pPr algn="l">
              <a:defRPr sz="1725" b="1">
                <a:solidFill>
                  <a:srgbClr val="0F766E"/>
                </a:solidFill>
                <a:latin typeface="Segoe UI"/>
                <a:ea typeface="Segoe UI"/>
                <a:cs typeface="Segoe UI"/>
              </a:defRPr>
            </a:lvl3pPr>
            <a:lvl4pPr algn="l">
              <a:defRPr sz="1725" b="1">
                <a:solidFill>
                  <a:srgbClr val="0F766E"/>
                </a:solidFill>
                <a:latin typeface="Segoe UI"/>
                <a:ea typeface="Segoe UI"/>
                <a:cs typeface="Segoe UI"/>
              </a:defRPr>
            </a:lvl4pPr>
            <a:lvl5pPr algn="l">
              <a:defRPr sz="1725" b="1">
                <a:solidFill>
                  <a:srgbClr val="0F766E"/>
                </a:solidFill>
                <a:latin typeface="Segoe UI"/>
                <a:ea typeface="Segoe UI"/>
                <a:cs typeface="Segoe UI"/>
              </a:defRPr>
            </a:lvl5pPr>
            <a:lvl6pPr algn="l">
              <a:defRPr sz="1725" b="1">
                <a:solidFill>
                  <a:srgbClr val="0F766E"/>
                </a:solidFill>
                <a:latin typeface="Segoe UI"/>
                <a:ea typeface="Segoe UI"/>
                <a:cs typeface="Segoe UI"/>
              </a:defRPr>
            </a:lvl6pPr>
            <a:lvl7pPr algn="l">
              <a:defRPr sz="1725" b="1">
                <a:solidFill>
                  <a:srgbClr val="0F766E"/>
                </a:solidFill>
                <a:latin typeface="Segoe UI"/>
                <a:ea typeface="Segoe UI"/>
                <a:cs typeface="Segoe UI"/>
              </a:defRPr>
            </a:lvl7pPr>
            <a:lvl8pPr algn="l">
              <a:defRPr sz="1725" b="1">
                <a:solidFill>
                  <a:srgbClr val="0F766E"/>
                </a:solidFill>
                <a:latin typeface="Segoe UI"/>
                <a:ea typeface="Segoe UI"/>
                <a:cs typeface="Segoe UI"/>
              </a:defRPr>
            </a:lvl8pPr>
            <a:lvl9pPr algn="l">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Core</a:t>
            </a:r>
          </a:p>
        </p:txBody>
      </p:sp>
      <p:sp>
        <p:nvSpPr>
          <p:cNvPr id="10" name="">
            <a:extLst xmlns:a="http://schemas.openxmlformats.org/drawingml/2006/main">
              <a:ext uri="{FF2B5EF4-FFF2-40B4-BE49-F238E27FC236}">
                <a16:creationId xmlns:a16="http://schemas.microsoft.com/office/drawing/2014/main" id="{CCBE1C83-9DCC-4F62-A930-FF57636D22F1}"/>
              </a:ext>
            </a:extLst>
          </p:cNvPr>
          <p:cNvSpPr>
            <a:spLocks xmlns:a="http://schemas.openxmlformats.org/drawingml/2006/main" noGrp="1"/>
          </p:cNvSpPr>
          <p:nvPr/>
        </p:nvSpPr>
        <p:spPr>
          <a:xfrm xmlns:a="http://schemas.openxmlformats.org/drawingml/2006/main">
            <a:off x="71437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defRPr sz="1575" b="0">
                <a:solidFill>
                  <a:srgbClr val="17211F"/>
                </a:solidFill>
                <a:latin typeface="Segoe UI"/>
                <a:ea typeface="Segoe UI"/>
                <a:cs typeface="Segoe UI"/>
              </a:defRPr>
            </a:lvl1pPr>
            <a:lvl2pPr algn="l">
              <a:defRPr sz="1575" b="0">
                <a:solidFill>
                  <a:srgbClr val="17211F"/>
                </a:solidFill>
                <a:latin typeface="Segoe UI"/>
                <a:ea typeface="Segoe UI"/>
                <a:cs typeface="Segoe UI"/>
              </a:defRPr>
            </a:lvl2pPr>
            <a:lvl3pPr algn="l">
              <a:defRPr sz="1575" b="0">
                <a:solidFill>
                  <a:srgbClr val="17211F"/>
                </a:solidFill>
                <a:latin typeface="Segoe UI"/>
                <a:ea typeface="Segoe UI"/>
                <a:cs typeface="Segoe UI"/>
              </a:defRPr>
            </a:lvl3pPr>
            <a:lvl4pPr algn="l">
              <a:defRPr sz="1575" b="0">
                <a:solidFill>
                  <a:srgbClr val="17211F"/>
                </a:solidFill>
                <a:latin typeface="Segoe UI"/>
                <a:ea typeface="Segoe UI"/>
                <a:cs typeface="Segoe UI"/>
              </a:defRPr>
            </a:lvl4pPr>
            <a:lvl5pPr algn="l">
              <a:defRPr sz="1575" b="0">
                <a:solidFill>
                  <a:srgbClr val="17211F"/>
                </a:solidFill>
                <a:latin typeface="Segoe UI"/>
                <a:ea typeface="Segoe UI"/>
                <a:cs typeface="Segoe UI"/>
              </a:defRPr>
            </a:lvl5pPr>
            <a:lvl6pPr algn="l">
              <a:defRPr sz="1575" b="0">
                <a:solidFill>
                  <a:srgbClr val="17211F"/>
                </a:solidFill>
                <a:latin typeface="Segoe UI"/>
                <a:ea typeface="Segoe UI"/>
                <a:cs typeface="Segoe UI"/>
              </a:defRPr>
            </a:lvl6pPr>
            <a:lvl7pPr algn="l">
              <a:defRPr sz="1575" b="0">
                <a:solidFill>
                  <a:srgbClr val="17211F"/>
                </a:solidFill>
                <a:latin typeface="Segoe UI"/>
                <a:ea typeface="Segoe UI"/>
                <a:cs typeface="Segoe UI"/>
              </a:defRPr>
            </a:lvl7pPr>
            <a:lvl8pPr algn="l">
              <a:defRPr sz="1575" b="0">
                <a:solidFill>
                  <a:srgbClr val="17211F"/>
                </a:solidFill>
                <a:latin typeface="Segoe UI"/>
                <a:ea typeface="Segoe UI"/>
                <a:cs typeface="Segoe UI"/>
              </a:defRPr>
            </a:lvl8pPr>
            <a:lvl9pPr algn="l">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266 test</a:t>
            </a:r>
          </a:p>
        </p:txBody>
      </p:sp>
      <p:sp>
        <p:nvSpPr>
          <p:cNvPr id="11" name="">
            <a:extLst xmlns:a="http://schemas.openxmlformats.org/drawingml/2006/main">
              <a:ext uri="{FF2B5EF4-FFF2-40B4-BE49-F238E27FC236}">
                <a16:creationId xmlns:a16="http://schemas.microsoft.com/office/drawing/2014/main" id="{4F64EA4E-1818-4B1C-B154-AF5AEEF0E152}"/>
              </a:ext>
            </a:extLst>
          </p:cNvPr>
          <p:cNvSpPr>
            <a:spLocks xmlns:a="http://schemas.openxmlformats.org/drawingml/2006/main" noGrp="1"/>
          </p:cNvSpPr>
          <p:nvPr/>
        </p:nvSpPr>
        <p:spPr>
          <a:xfrm xmlns:a="http://schemas.openxmlformats.org/drawingml/2006/main">
            <a:off x="343852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defRPr sz="1725" b="1">
                <a:solidFill>
                  <a:srgbClr val="0F766E"/>
                </a:solidFill>
                <a:latin typeface="Segoe UI"/>
                <a:ea typeface="Segoe UI"/>
                <a:cs typeface="Segoe UI"/>
              </a:defRPr>
            </a:lvl1pPr>
            <a:lvl2pPr algn="l">
              <a:defRPr sz="1725" b="1">
                <a:solidFill>
                  <a:srgbClr val="0F766E"/>
                </a:solidFill>
                <a:latin typeface="Segoe UI"/>
                <a:ea typeface="Segoe UI"/>
                <a:cs typeface="Segoe UI"/>
              </a:defRPr>
            </a:lvl2pPr>
            <a:lvl3pPr algn="l">
              <a:defRPr sz="1725" b="1">
                <a:solidFill>
                  <a:srgbClr val="0F766E"/>
                </a:solidFill>
                <a:latin typeface="Segoe UI"/>
                <a:ea typeface="Segoe UI"/>
                <a:cs typeface="Segoe UI"/>
              </a:defRPr>
            </a:lvl3pPr>
            <a:lvl4pPr algn="l">
              <a:defRPr sz="1725" b="1">
                <a:solidFill>
                  <a:srgbClr val="0F766E"/>
                </a:solidFill>
                <a:latin typeface="Segoe UI"/>
                <a:ea typeface="Segoe UI"/>
                <a:cs typeface="Segoe UI"/>
              </a:defRPr>
            </a:lvl4pPr>
            <a:lvl5pPr algn="l">
              <a:defRPr sz="1725" b="1">
                <a:solidFill>
                  <a:srgbClr val="0F766E"/>
                </a:solidFill>
                <a:latin typeface="Segoe UI"/>
                <a:ea typeface="Segoe UI"/>
                <a:cs typeface="Segoe UI"/>
              </a:defRPr>
            </a:lvl5pPr>
            <a:lvl6pPr algn="l">
              <a:defRPr sz="1725" b="1">
                <a:solidFill>
                  <a:srgbClr val="0F766E"/>
                </a:solidFill>
                <a:latin typeface="Segoe UI"/>
                <a:ea typeface="Segoe UI"/>
                <a:cs typeface="Segoe UI"/>
              </a:defRPr>
            </a:lvl6pPr>
            <a:lvl7pPr algn="l">
              <a:defRPr sz="1725" b="1">
                <a:solidFill>
                  <a:srgbClr val="0F766E"/>
                </a:solidFill>
                <a:latin typeface="Segoe UI"/>
                <a:ea typeface="Segoe UI"/>
                <a:cs typeface="Segoe UI"/>
              </a:defRPr>
            </a:lvl7pPr>
            <a:lvl8pPr algn="l">
              <a:defRPr sz="1725" b="1">
                <a:solidFill>
                  <a:srgbClr val="0F766E"/>
                </a:solidFill>
                <a:latin typeface="Segoe UI"/>
                <a:ea typeface="Segoe UI"/>
                <a:cs typeface="Segoe UI"/>
              </a:defRPr>
            </a:lvl8pPr>
            <a:lvl9pPr algn="l">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Insight</a:t>
            </a:r>
          </a:p>
        </p:txBody>
      </p:sp>
      <p:sp>
        <p:nvSpPr>
          <p:cNvPr id="12" name="">
            <a:extLst xmlns:a="http://schemas.openxmlformats.org/drawingml/2006/main">
              <a:ext uri="{FF2B5EF4-FFF2-40B4-BE49-F238E27FC236}">
                <a16:creationId xmlns:a16="http://schemas.microsoft.com/office/drawing/2014/main" id="{A7FF1DB0-8EBF-4F78-80D1-BC4B68AFC0CC}"/>
              </a:ext>
            </a:extLst>
          </p:cNvPr>
          <p:cNvSpPr>
            <a:spLocks xmlns:a="http://schemas.openxmlformats.org/drawingml/2006/main" noGrp="1"/>
          </p:cNvSpPr>
          <p:nvPr/>
        </p:nvSpPr>
        <p:spPr>
          <a:xfrm xmlns:a="http://schemas.openxmlformats.org/drawingml/2006/main">
            <a:off x="343852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defRPr sz="1575" b="0">
                <a:solidFill>
                  <a:srgbClr val="17211F"/>
                </a:solidFill>
                <a:latin typeface="Segoe UI"/>
                <a:ea typeface="Segoe UI"/>
                <a:cs typeface="Segoe UI"/>
              </a:defRPr>
            </a:lvl1pPr>
            <a:lvl2pPr algn="l">
              <a:defRPr sz="1575" b="0">
                <a:solidFill>
                  <a:srgbClr val="17211F"/>
                </a:solidFill>
                <a:latin typeface="Segoe UI"/>
                <a:ea typeface="Segoe UI"/>
                <a:cs typeface="Segoe UI"/>
              </a:defRPr>
            </a:lvl2pPr>
            <a:lvl3pPr algn="l">
              <a:defRPr sz="1575" b="0">
                <a:solidFill>
                  <a:srgbClr val="17211F"/>
                </a:solidFill>
                <a:latin typeface="Segoe UI"/>
                <a:ea typeface="Segoe UI"/>
                <a:cs typeface="Segoe UI"/>
              </a:defRPr>
            </a:lvl3pPr>
            <a:lvl4pPr algn="l">
              <a:defRPr sz="1575" b="0">
                <a:solidFill>
                  <a:srgbClr val="17211F"/>
                </a:solidFill>
                <a:latin typeface="Segoe UI"/>
                <a:ea typeface="Segoe UI"/>
                <a:cs typeface="Segoe UI"/>
              </a:defRPr>
            </a:lvl4pPr>
            <a:lvl5pPr algn="l">
              <a:defRPr sz="1575" b="0">
                <a:solidFill>
                  <a:srgbClr val="17211F"/>
                </a:solidFill>
                <a:latin typeface="Segoe UI"/>
                <a:ea typeface="Segoe UI"/>
                <a:cs typeface="Segoe UI"/>
              </a:defRPr>
            </a:lvl5pPr>
            <a:lvl6pPr algn="l">
              <a:defRPr sz="1575" b="0">
                <a:solidFill>
                  <a:srgbClr val="17211F"/>
                </a:solidFill>
                <a:latin typeface="Segoe UI"/>
                <a:ea typeface="Segoe UI"/>
                <a:cs typeface="Segoe UI"/>
              </a:defRPr>
            </a:lvl6pPr>
            <a:lvl7pPr algn="l">
              <a:defRPr sz="1575" b="0">
                <a:solidFill>
                  <a:srgbClr val="17211F"/>
                </a:solidFill>
                <a:latin typeface="Segoe UI"/>
                <a:ea typeface="Segoe UI"/>
                <a:cs typeface="Segoe UI"/>
              </a:defRPr>
            </a:lvl7pPr>
            <a:lvl8pPr algn="l">
              <a:defRPr sz="1575" b="0">
                <a:solidFill>
                  <a:srgbClr val="17211F"/>
                </a:solidFill>
                <a:latin typeface="Segoe UI"/>
                <a:ea typeface="Segoe UI"/>
                <a:cs typeface="Segoe UI"/>
              </a:defRPr>
            </a:lvl8pPr>
            <a:lvl9pPr algn="l">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105 unit · 15 integration</a:t>
            </a:r>
          </a:p>
        </p:txBody>
      </p:sp>
      <p:sp>
        <p:nvSpPr>
          <p:cNvPr id="13" name="">
            <a:extLst xmlns:a="http://schemas.openxmlformats.org/drawingml/2006/main">
              <a:ext uri="{FF2B5EF4-FFF2-40B4-BE49-F238E27FC236}">
                <a16:creationId xmlns:a16="http://schemas.microsoft.com/office/drawing/2014/main" id="{4844CF96-5BE3-46A6-AC39-E81AAB84C62E}"/>
              </a:ext>
            </a:extLst>
          </p:cNvPr>
          <p:cNvSpPr>
            <a:spLocks xmlns:a="http://schemas.openxmlformats.org/drawingml/2006/main" noGrp="1"/>
          </p:cNvSpPr>
          <p:nvPr/>
        </p:nvSpPr>
        <p:spPr>
          <a:xfrm xmlns:a="http://schemas.openxmlformats.org/drawingml/2006/main">
            <a:off x="616267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defRPr sz="1725" b="1">
                <a:solidFill>
                  <a:srgbClr val="0F766E"/>
                </a:solidFill>
                <a:latin typeface="Segoe UI"/>
                <a:ea typeface="Segoe UI"/>
                <a:cs typeface="Segoe UI"/>
              </a:defRPr>
            </a:lvl1pPr>
            <a:lvl2pPr algn="l">
              <a:defRPr sz="1725" b="1">
                <a:solidFill>
                  <a:srgbClr val="0F766E"/>
                </a:solidFill>
                <a:latin typeface="Segoe UI"/>
                <a:ea typeface="Segoe UI"/>
                <a:cs typeface="Segoe UI"/>
              </a:defRPr>
            </a:lvl2pPr>
            <a:lvl3pPr algn="l">
              <a:defRPr sz="1725" b="1">
                <a:solidFill>
                  <a:srgbClr val="0F766E"/>
                </a:solidFill>
                <a:latin typeface="Segoe UI"/>
                <a:ea typeface="Segoe UI"/>
                <a:cs typeface="Segoe UI"/>
              </a:defRPr>
            </a:lvl3pPr>
            <a:lvl4pPr algn="l">
              <a:defRPr sz="1725" b="1">
                <a:solidFill>
                  <a:srgbClr val="0F766E"/>
                </a:solidFill>
                <a:latin typeface="Segoe UI"/>
                <a:ea typeface="Segoe UI"/>
                <a:cs typeface="Segoe UI"/>
              </a:defRPr>
            </a:lvl4pPr>
            <a:lvl5pPr algn="l">
              <a:defRPr sz="1725" b="1">
                <a:solidFill>
                  <a:srgbClr val="0F766E"/>
                </a:solidFill>
                <a:latin typeface="Segoe UI"/>
                <a:ea typeface="Segoe UI"/>
                <a:cs typeface="Segoe UI"/>
              </a:defRPr>
            </a:lvl5pPr>
            <a:lvl6pPr algn="l">
              <a:defRPr sz="1725" b="1">
                <a:solidFill>
                  <a:srgbClr val="0F766E"/>
                </a:solidFill>
                <a:latin typeface="Segoe UI"/>
                <a:ea typeface="Segoe UI"/>
                <a:cs typeface="Segoe UI"/>
              </a:defRPr>
            </a:lvl6pPr>
            <a:lvl7pPr algn="l">
              <a:defRPr sz="1725" b="1">
                <a:solidFill>
                  <a:srgbClr val="0F766E"/>
                </a:solidFill>
                <a:latin typeface="Segoe UI"/>
                <a:ea typeface="Segoe UI"/>
                <a:cs typeface="Segoe UI"/>
              </a:defRPr>
            </a:lvl7pPr>
            <a:lvl8pPr algn="l">
              <a:defRPr sz="1725" b="1">
                <a:solidFill>
                  <a:srgbClr val="0F766E"/>
                </a:solidFill>
                <a:latin typeface="Segoe UI"/>
                <a:ea typeface="Segoe UI"/>
                <a:cs typeface="Segoe UI"/>
              </a:defRPr>
            </a:lvl8pPr>
            <a:lvl9pPr algn="l">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Frontend</a:t>
            </a:r>
          </a:p>
        </p:txBody>
      </p:sp>
      <p:sp>
        <p:nvSpPr>
          <p:cNvPr id="14" name="">
            <a:extLst xmlns:a="http://schemas.openxmlformats.org/drawingml/2006/main">
              <a:ext uri="{FF2B5EF4-FFF2-40B4-BE49-F238E27FC236}">
                <a16:creationId xmlns:a16="http://schemas.microsoft.com/office/drawing/2014/main" id="{565CB883-51E4-4E30-AE4C-14D35C420A47}"/>
              </a:ext>
            </a:extLst>
          </p:cNvPr>
          <p:cNvSpPr>
            <a:spLocks xmlns:a="http://schemas.openxmlformats.org/drawingml/2006/main" noGrp="1"/>
          </p:cNvSpPr>
          <p:nvPr/>
        </p:nvSpPr>
        <p:spPr>
          <a:xfrm xmlns:a="http://schemas.openxmlformats.org/drawingml/2006/main">
            <a:off x="616267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defRPr sz="1575" b="0">
                <a:solidFill>
                  <a:srgbClr val="17211F"/>
                </a:solidFill>
                <a:latin typeface="Segoe UI"/>
                <a:ea typeface="Segoe UI"/>
                <a:cs typeface="Segoe UI"/>
              </a:defRPr>
            </a:lvl1pPr>
            <a:lvl2pPr algn="l">
              <a:defRPr sz="1575" b="0">
                <a:solidFill>
                  <a:srgbClr val="17211F"/>
                </a:solidFill>
                <a:latin typeface="Segoe UI"/>
                <a:ea typeface="Segoe UI"/>
                <a:cs typeface="Segoe UI"/>
              </a:defRPr>
            </a:lvl2pPr>
            <a:lvl3pPr algn="l">
              <a:defRPr sz="1575" b="0">
                <a:solidFill>
                  <a:srgbClr val="17211F"/>
                </a:solidFill>
                <a:latin typeface="Segoe UI"/>
                <a:ea typeface="Segoe UI"/>
                <a:cs typeface="Segoe UI"/>
              </a:defRPr>
            </a:lvl3pPr>
            <a:lvl4pPr algn="l">
              <a:defRPr sz="1575" b="0">
                <a:solidFill>
                  <a:srgbClr val="17211F"/>
                </a:solidFill>
                <a:latin typeface="Segoe UI"/>
                <a:ea typeface="Segoe UI"/>
                <a:cs typeface="Segoe UI"/>
              </a:defRPr>
            </a:lvl4pPr>
            <a:lvl5pPr algn="l">
              <a:defRPr sz="1575" b="0">
                <a:solidFill>
                  <a:srgbClr val="17211F"/>
                </a:solidFill>
                <a:latin typeface="Segoe UI"/>
                <a:ea typeface="Segoe UI"/>
                <a:cs typeface="Segoe UI"/>
              </a:defRPr>
            </a:lvl5pPr>
            <a:lvl6pPr algn="l">
              <a:defRPr sz="1575" b="0">
                <a:solidFill>
                  <a:srgbClr val="17211F"/>
                </a:solidFill>
                <a:latin typeface="Segoe UI"/>
                <a:ea typeface="Segoe UI"/>
                <a:cs typeface="Segoe UI"/>
              </a:defRPr>
            </a:lvl6pPr>
            <a:lvl7pPr algn="l">
              <a:defRPr sz="1575" b="0">
                <a:solidFill>
                  <a:srgbClr val="17211F"/>
                </a:solidFill>
                <a:latin typeface="Segoe UI"/>
                <a:ea typeface="Segoe UI"/>
                <a:cs typeface="Segoe UI"/>
              </a:defRPr>
            </a:lvl7pPr>
            <a:lvl8pPr algn="l">
              <a:defRPr sz="1575" b="0">
                <a:solidFill>
                  <a:srgbClr val="17211F"/>
                </a:solidFill>
                <a:latin typeface="Segoe UI"/>
                <a:ea typeface="Segoe UI"/>
                <a:cs typeface="Segoe UI"/>
              </a:defRPr>
            </a:lvl8pPr>
            <a:lvl9pPr algn="l">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145 Vitest</a:t>
            </a:r>
          </a:p>
        </p:txBody>
      </p:sp>
      <p:sp>
        <p:nvSpPr>
          <p:cNvPr id="15" name="">
            <a:extLst xmlns:a="http://schemas.openxmlformats.org/drawingml/2006/main">
              <a:ext uri="{FF2B5EF4-FFF2-40B4-BE49-F238E27FC236}">
                <a16:creationId xmlns:a16="http://schemas.microsoft.com/office/drawing/2014/main" id="{00A6F62C-5E59-4AF8-AE7E-02A0162438F1}"/>
              </a:ext>
            </a:extLst>
          </p:cNvPr>
          <p:cNvSpPr>
            <a:spLocks xmlns:a="http://schemas.openxmlformats.org/drawingml/2006/main" noGrp="1"/>
          </p:cNvSpPr>
          <p:nvPr/>
        </p:nvSpPr>
        <p:spPr>
          <a:xfrm xmlns:a="http://schemas.openxmlformats.org/drawingml/2006/main">
            <a:off x="888682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defRPr sz="1725" b="1">
                <a:solidFill>
                  <a:srgbClr val="0F766E"/>
                </a:solidFill>
                <a:latin typeface="Segoe UI"/>
                <a:ea typeface="Segoe UI"/>
                <a:cs typeface="Segoe UI"/>
              </a:defRPr>
            </a:lvl1pPr>
            <a:lvl2pPr algn="l">
              <a:defRPr sz="1725" b="1">
                <a:solidFill>
                  <a:srgbClr val="0F766E"/>
                </a:solidFill>
                <a:latin typeface="Segoe UI"/>
                <a:ea typeface="Segoe UI"/>
                <a:cs typeface="Segoe UI"/>
              </a:defRPr>
            </a:lvl2pPr>
            <a:lvl3pPr algn="l">
              <a:defRPr sz="1725" b="1">
                <a:solidFill>
                  <a:srgbClr val="0F766E"/>
                </a:solidFill>
                <a:latin typeface="Segoe UI"/>
                <a:ea typeface="Segoe UI"/>
                <a:cs typeface="Segoe UI"/>
              </a:defRPr>
            </a:lvl3pPr>
            <a:lvl4pPr algn="l">
              <a:defRPr sz="1725" b="1">
                <a:solidFill>
                  <a:srgbClr val="0F766E"/>
                </a:solidFill>
                <a:latin typeface="Segoe UI"/>
                <a:ea typeface="Segoe UI"/>
                <a:cs typeface="Segoe UI"/>
              </a:defRPr>
            </a:lvl4pPr>
            <a:lvl5pPr algn="l">
              <a:defRPr sz="1725" b="1">
                <a:solidFill>
                  <a:srgbClr val="0F766E"/>
                </a:solidFill>
                <a:latin typeface="Segoe UI"/>
                <a:ea typeface="Segoe UI"/>
                <a:cs typeface="Segoe UI"/>
              </a:defRPr>
            </a:lvl5pPr>
            <a:lvl6pPr algn="l">
              <a:defRPr sz="1725" b="1">
                <a:solidFill>
                  <a:srgbClr val="0F766E"/>
                </a:solidFill>
                <a:latin typeface="Segoe UI"/>
                <a:ea typeface="Segoe UI"/>
                <a:cs typeface="Segoe UI"/>
              </a:defRPr>
            </a:lvl6pPr>
            <a:lvl7pPr algn="l">
              <a:defRPr sz="1725" b="1">
                <a:solidFill>
                  <a:srgbClr val="0F766E"/>
                </a:solidFill>
                <a:latin typeface="Segoe UI"/>
                <a:ea typeface="Segoe UI"/>
                <a:cs typeface="Segoe UI"/>
              </a:defRPr>
            </a:lvl7pPr>
            <a:lvl8pPr algn="l">
              <a:defRPr sz="1725" b="1">
                <a:solidFill>
                  <a:srgbClr val="0F766E"/>
                </a:solidFill>
                <a:latin typeface="Segoe UI"/>
                <a:ea typeface="Segoe UI"/>
                <a:cs typeface="Segoe UI"/>
              </a:defRPr>
            </a:lvl8pPr>
            <a:lvl9pPr algn="l">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E2E</a:t>
            </a:r>
          </a:p>
        </p:txBody>
      </p:sp>
      <p:sp>
        <p:nvSpPr>
          <p:cNvPr id="16" name="">
            <a:extLst xmlns:a="http://schemas.openxmlformats.org/drawingml/2006/main">
              <a:ext uri="{FF2B5EF4-FFF2-40B4-BE49-F238E27FC236}">
                <a16:creationId xmlns:a16="http://schemas.microsoft.com/office/drawing/2014/main" id="{8C7A0F65-62A2-45D1-8260-F30D2FC02C0E}"/>
              </a:ext>
            </a:extLst>
          </p:cNvPr>
          <p:cNvSpPr>
            <a:spLocks xmlns:a="http://schemas.openxmlformats.org/drawingml/2006/main" noGrp="1"/>
          </p:cNvSpPr>
          <p:nvPr/>
        </p:nvSpPr>
        <p:spPr>
          <a:xfrm xmlns:a="http://schemas.openxmlformats.org/drawingml/2006/main">
            <a:off x="888682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defRPr sz="1575" b="0">
                <a:solidFill>
                  <a:srgbClr val="17211F"/>
                </a:solidFill>
                <a:latin typeface="Segoe UI"/>
                <a:ea typeface="Segoe UI"/>
                <a:cs typeface="Segoe UI"/>
              </a:defRPr>
            </a:lvl1pPr>
            <a:lvl2pPr algn="l">
              <a:defRPr sz="1575" b="0">
                <a:solidFill>
                  <a:srgbClr val="17211F"/>
                </a:solidFill>
                <a:latin typeface="Segoe UI"/>
                <a:ea typeface="Segoe UI"/>
                <a:cs typeface="Segoe UI"/>
              </a:defRPr>
            </a:lvl2pPr>
            <a:lvl3pPr algn="l">
              <a:defRPr sz="1575" b="0">
                <a:solidFill>
                  <a:srgbClr val="17211F"/>
                </a:solidFill>
                <a:latin typeface="Segoe UI"/>
                <a:ea typeface="Segoe UI"/>
                <a:cs typeface="Segoe UI"/>
              </a:defRPr>
            </a:lvl3pPr>
            <a:lvl4pPr algn="l">
              <a:defRPr sz="1575" b="0">
                <a:solidFill>
                  <a:srgbClr val="17211F"/>
                </a:solidFill>
                <a:latin typeface="Segoe UI"/>
                <a:ea typeface="Segoe UI"/>
                <a:cs typeface="Segoe UI"/>
              </a:defRPr>
            </a:lvl4pPr>
            <a:lvl5pPr algn="l">
              <a:defRPr sz="1575" b="0">
                <a:solidFill>
                  <a:srgbClr val="17211F"/>
                </a:solidFill>
                <a:latin typeface="Segoe UI"/>
                <a:ea typeface="Segoe UI"/>
                <a:cs typeface="Segoe UI"/>
              </a:defRPr>
            </a:lvl5pPr>
            <a:lvl6pPr algn="l">
              <a:defRPr sz="1575" b="0">
                <a:solidFill>
                  <a:srgbClr val="17211F"/>
                </a:solidFill>
                <a:latin typeface="Segoe UI"/>
                <a:ea typeface="Segoe UI"/>
                <a:cs typeface="Segoe UI"/>
              </a:defRPr>
            </a:lvl6pPr>
            <a:lvl7pPr algn="l">
              <a:defRPr sz="1575" b="0">
                <a:solidFill>
                  <a:srgbClr val="17211F"/>
                </a:solidFill>
                <a:latin typeface="Segoe UI"/>
                <a:ea typeface="Segoe UI"/>
                <a:cs typeface="Segoe UI"/>
              </a:defRPr>
            </a:lvl7pPr>
            <a:lvl8pPr algn="l">
              <a:defRPr sz="1575" b="0">
                <a:solidFill>
                  <a:srgbClr val="17211F"/>
                </a:solidFill>
                <a:latin typeface="Segoe UI"/>
                <a:ea typeface="Segoe UI"/>
                <a:cs typeface="Segoe UI"/>
              </a:defRPr>
            </a:lvl8pPr>
            <a:lvl9pPr algn="l">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Web 14 · EXE 14</a:t>
            </a:r>
          </a:p>
        </p:txBody>
      </p:sp>
      <p:sp>
        <p:nvSpPr>
          <p:cNvPr id="17" name="">
            <a:extLst xmlns:a="http://schemas.openxmlformats.org/drawingml/2006/main">
              <a:ext uri="{FF2B5EF4-FFF2-40B4-BE49-F238E27FC236}">
                <a16:creationId xmlns:a16="http://schemas.microsoft.com/office/drawing/2014/main" id="{9E7C463A-26B2-45F0-856D-4D3333BCFC77}"/>
              </a:ext>
            </a:extLst>
          </p:cNvPr>
          <p:cNvSpPr>
            <a:spLocks xmlns:a="http://schemas.openxmlformats.org/drawingml/2006/main" noGrp="1"/>
          </p:cNvSpPr>
          <p:nvPr/>
        </p:nvSpPr>
        <p:spPr>
          <a:xfrm xmlns:a="http://schemas.openxmlformats.org/drawingml/2006/main">
            <a:off x="695325" y="57245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defRPr sz="1200" b="0">
                <a:solidFill>
                  <a:srgbClr val="526660"/>
                </a:solidFill>
                <a:latin typeface="Segoe UI"/>
                <a:ea typeface="Segoe UI"/>
                <a:cs typeface="Segoe UI"/>
              </a:defRPr>
            </a:lvl1pPr>
            <a:lvl2pPr algn="l">
              <a:defRPr sz="1200" b="0">
                <a:solidFill>
                  <a:srgbClr val="526660"/>
                </a:solidFill>
                <a:latin typeface="Segoe UI"/>
                <a:ea typeface="Segoe UI"/>
                <a:cs typeface="Segoe UI"/>
              </a:defRPr>
            </a:lvl2pPr>
            <a:lvl3pPr algn="l">
              <a:defRPr sz="1200" b="0">
                <a:solidFill>
                  <a:srgbClr val="526660"/>
                </a:solidFill>
                <a:latin typeface="Segoe UI"/>
                <a:ea typeface="Segoe UI"/>
                <a:cs typeface="Segoe UI"/>
              </a:defRPr>
            </a:lvl3pPr>
            <a:lvl4pPr algn="l">
              <a:defRPr sz="1200" b="0">
                <a:solidFill>
                  <a:srgbClr val="526660"/>
                </a:solidFill>
                <a:latin typeface="Segoe UI"/>
                <a:ea typeface="Segoe UI"/>
                <a:cs typeface="Segoe UI"/>
              </a:defRPr>
            </a:lvl4pPr>
            <a:lvl5pPr algn="l">
              <a:defRPr sz="1200" b="0">
                <a:solidFill>
                  <a:srgbClr val="526660"/>
                </a:solidFill>
                <a:latin typeface="Segoe UI"/>
                <a:ea typeface="Segoe UI"/>
                <a:cs typeface="Segoe UI"/>
              </a:defRPr>
            </a:lvl5pPr>
            <a:lvl6pPr algn="l">
              <a:defRPr sz="1200" b="0">
                <a:solidFill>
                  <a:srgbClr val="526660"/>
                </a:solidFill>
                <a:latin typeface="Segoe UI"/>
                <a:ea typeface="Segoe UI"/>
                <a:cs typeface="Segoe UI"/>
              </a:defRPr>
            </a:lvl6pPr>
            <a:lvl7pPr algn="l">
              <a:defRPr sz="1200" b="0">
                <a:solidFill>
                  <a:srgbClr val="526660"/>
                </a:solidFill>
                <a:latin typeface="Segoe UI"/>
                <a:ea typeface="Segoe UI"/>
                <a:cs typeface="Segoe UI"/>
              </a:defRPr>
            </a:lvl7pPr>
            <a:lvl8pPr algn="l">
              <a:defRPr sz="1200" b="0">
                <a:solidFill>
                  <a:srgbClr val="526660"/>
                </a:solidFill>
                <a:latin typeface="Segoe UI"/>
                <a:ea typeface="Segoe UI"/>
                <a:cs typeface="Segoe UI"/>
              </a:defRPr>
            </a:lvl8pPr>
            <a:lvl9pPr algn="l">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CI build Windows và E2E EXE local là hai loại bằng chứng khác nhau.</a:t>
            </a:r>
          </a:p>
        </p:txBody>
      </p:sp>
    </p:spTree>
    <p:extLst>
      <p:ext uri="{BB962C8B-B14F-4D97-AF65-F5344CB8AC3E}">
        <p14:creationId xmlns:p14="http://schemas.microsoft.com/office/powerpoint/2010/main" val="1995837011"/>
      </p:ext>
    </p:extLst>
  </p:cSld>
</p:sld>
</file>

<file path=ppt/slides/slide1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68834D6-C557-4014-8B0F-EA6E4411A39B}"/>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DEMO</a:t>
            </a:r>
          </a:p>
        </p:txBody>
      </p:sp>
      <p:sp>
        <p:nvSpPr>
          <p:cNvPr id="2" name="">
            <a:extLst xmlns:a="http://schemas.openxmlformats.org/drawingml/2006/main">
              <a:ext uri="{FF2B5EF4-FFF2-40B4-BE49-F238E27FC236}">
                <a16:creationId xmlns:a16="http://schemas.microsoft.com/office/drawing/2014/main" id="{C0F4DF77-A6EC-40A1-A0B3-0F93784CE11D}"/>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Kịch bản trình diễn 7–8 phút</a:t>
            </a:r>
          </a:p>
        </p:txBody>
      </p:sp>
      <p:sp>
        <p:nvSpPr>
          <p:cNvPr id="3" name="">
            <a:extLst xmlns:a="http://schemas.openxmlformats.org/drawingml/2006/main">
              <a:ext uri="{FF2B5EF4-FFF2-40B4-BE49-F238E27FC236}">
                <a16:creationId xmlns:a16="http://schemas.microsoft.com/office/drawing/2014/main" id="{D3CE4A1C-1C5F-4A1F-8389-7B1FF1ED57A8}"/>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A62FD737-FD2C-44D5-BD18-BB1E543C28EC}"/>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EE73C733-041E-4910-BF2A-ACCD3797BC78}"/>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13</a:t>
            </a:r>
          </a:p>
        </p:txBody>
      </p:sp>
      <p:sp>
        <p:nvSpPr>
          <p:cNvPr id="6" name="">
            <a:extLst xmlns:a="http://schemas.openxmlformats.org/drawingml/2006/main">
              <a:ext uri="{FF2B5EF4-FFF2-40B4-BE49-F238E27FC236}">
                <a16:creationId xmlns:a16="http://schemas.microsoft.com/office/drawing/2014/main" id="{87B234CD-D32A-4F50-BCF8-7E37FD0E86A7}"/>
              </a:ext>
            </a:extLst>
          </p:cNvPr>
          <p:cNvSpPr>
            <a:spLocks xmlns:a="http://schemas.openxmlformats.org/drawingml/2006/main" noGrp="1"/>
          </p:cNvSpPr>
          <p:nvPr/>
        </p:nvSpPr>
        <p:spPr>
          <a:xfrm xmlns:a="http://schemas.openxmlformats.org/drawingml/2006/main">
            <a:off x="714375" y="193357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defRPr sz="2175" b="1">
                <a:solidFill>
                  <a:srgbClr val="0F766E"/>
                </a:solidFill>
                <a:latin typeface="Segoe UI"/>
                <a:ea typeface="Segoe UI"/>
                <a:cs typeface="Segoe UI"/>
              </a:defRPr>
            </a:lvl1pPr>
            <a:lvl2pPr algn="l">
              <a:defRPr sz="2175" b="1">
                <a:solidFill>
                  <a:srgbClr val="0F766E"/>
                </a:solidFill>
                <a:latin typeface="Segoe UI"/>
                <a:ea typeface="Segoe UI"/>
                <a:cs typeface="Segoe UI"/>
              </a:defRPr>
            </a:lvl2pPr>
            <a:lvl3pPr algn="l">
              <a:defRPr sz="2175" b="1">
                <a:solidFill>
                  <a:srgbClr val="0F766E"/>
                </a:solidFill>
                <a:latin typeface="Segoe UI"/>
                <a:ea typeface="Segoe UI"/>
                <a:cs typeface="Segoe UI"/>
              </a:defRPr>
            </a:lvl3pPr>
            <a:lvl4pPr algn="l">
              <a:defRPr sz="2175" b="1">
                <a:solidFill>
                  <a:srgbClr val="0F766E"/>
                </a:solidFill>
                <a:latin typeface="Segoe UI"/>
                <a:ea typeface="Segoe UI"/>
                <a:cs typeface="Segoe UI"/>
              </a:defRPr>
            </a:lvl4pPr>
            <a:lvl5pPr algn="l">
              <a:defRPr sz="2175" b="1">
                <a:solidFill>
                  <a:srgbClr val="0F766E"/>
                </a:solidFill>
                <a:latin typeface="Segoe UI"/>
                <a:ea typeface="Segoe UI"/>
                <a:cs typeface="Segoe UI"/>
              </a:defRPr>
            </a:lvl5pPr>
            <a:lvl6pPr algn="l">
              <a:defRPr sz="2175" b="1">
                <a:solidFill>
                  <a:srgbClr val="0F766E"/>
                </a:solidFill>
                <a:latin typeface="Segoe UI"/>
                <a:ea typeface="Segoe UI"/>
                <a:cs typeface="Segoe UI"/>
              </a:defRPr>
            </a:lvl6pPr>
            <a:lvl7pPr algn="l">
              <a:defRPr sz="2175" b="1">
                <a:solidFill>
                  <a:srgbClr val="0F766E"/>
                </a:solidFill>
                <a:latin typeface="Segoe UI"/>
                <a:ea typeface="Segoe UI"/>
                <a:cs typeface="Segoe UI"/>
              </a:defRPr>
            </a:lvl7pPr>
            <a:lvl8pPr algn="l">
              <a:defRPr sz="2175" b="1">
                <a:solidFill>
                  <a:srgbClr val="0F766E"/>
                </a:solidFill>
                <a:latin typeface="Segoe UI"/>
                <a:ea typeface="Segoe UI"/>
                <a:cs typeface="Segoe UI"/>
              </a:defRPr>
            </a:lvl8pPr>
            <a:lvl9pPr algn="l">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Kiểm kê</a:t>
            </a:r>
          </a:p>
        </p:txBody>
      </p:sp>
      <p:sp>
        <p:nvSpPr>
          <p:cNvPr id="7" name="">
            <a:extLst xmlns:a="http://schemas.openxmlformats.org/drawingml/2006/main">
              <a:ext uri="{FF2B5EF4-FFF2-40B4-BE49-F238E27FC236}">
                <a16:creationId xmlns:a16="http://schemas.microsoft.com/office/drawing/2014/main" id="{0C11BDB7-E133-4C91-A1C1-5FF3FF074CA2}"/>
              </a:ext>
            </a:extLst>
          </p:cNvPr>
          <p:cNvSpPr>
            <a:spLocks xmlns:a="http://schemas.openxmlformats.org/drawingml/2006/main" noGrp="1"/>
          </p:cNvSpPr>
          <p:nvPr/>
        </p:nvSpPr>
        <p:spPr>
          <a:xfrm xmlns:a="http://schemas.openxmlformats.org/drawingml/2006/main">
            <a:off x="3429000" y="193357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defRPr sz="1650" b="0">
                <a:solidFill>
                  <a:srgbClr val="17211F"/>
                </a:solidFill>
                <a:latin typeface="Segoe UI"/>
                <a:ea typeface="Segoe UI"/>
                <a:cs typeface="Segoe UI"/>
              </a:defRPr>
            </a:lvl1pPr>
            <a:lvl2pPr algn="l">
              <a:defRPr sz="1650" b="0">
                <a:solidFill>
                  <a:srgbClr val="17211F"/>
                </a:solidFill>
                <a:latin typeface="Segoe UI"/>
                <a:ea typeface="Segoe UI"/>
                <a:cs typeface="Segoe UI"/>
              </a:defRPr>
            </a:lvl2pPr>
            <a:lvl3pPr algn="l">
              <a:defRPr sz="1650" b="0">
                <a:solidFill>
                  <a:srgbClr val="17211F"/>
                </a:solidFill>
                <a:latin typeface="Segoe UI"/>
                <a:ea typeface="Segoe UI"/>
                <a:cs typeface="Segoe UI"/>
              </a:defRPr>
            </a:lvl3pPr>
            <a:lvl4pPr algn="l">
              <a:defRPr sz="1650" b="0">
                <a:solidFill>
                  <a:srgbClr val="17211F"/>
                </a:solidFill>
                <a:latin typeface="Segoe UI"/>
                <a:ea typeface="Segoe UI"/>
                <a:cs typeface="Segoe UI"/>
              </a:defRPr>
            </a:lvl4pPr>
            <a:lvl5pPr algn="l">
              <a:defRPr sz="1650" b="0">
                <a:solidFill>
                  <a:srgbClr val="17211F"/>
                </a:solidFill>
                <a:latin typeface="Segoe UI"/>
                <a:ea typeface="Segoe UI"/>
                <a:cs typeface="Segoe UI"/>
              </a:defRPr>
            </a:lvl5pPr>
            <a:lvl6pPr algn="l">
              <a:defRPr sz="1650" b="0">
                <a:solidFill>
                  <a:srgbClr val="17211F"/>
                </a:solidFill>
                <a:latin typeface="Segoe UI"/>
                <a:ea typeface="Segoe UI"/>
                <a:cs typeface="Segoe UI"/>
              </a:defRPr>
            </a:lvl6pPr>
            <a:lvl7pPr algn="l">
              <a:defRPr sz="1650" b="0">
                <a:solidFill>
                  <a:srgbClr val="17211F"/>
                </a:solidFill>
                <a:latin typeface="Segoe UI"/>
                <a:ea typeface="Segoe UI"/>
                <a:cs typeface="Segoe UI"/>
              </a:defRPr>
            </a:lvl7pPr>
            <a:lvl8pPr algn="l">
              <a:defRPr sz="1650" b="0">
                <a:solidFill>
                  <a:srgbClr val="17211F"/>
                </a:solidFill>
                <a:latin typeface="Segoe UI"/>
                <a:ea typeface="Segoe UI"/>
                <a:cs typeface="Segoe UI"/>
              </a:defRPr>
            </a:lvl8pPr>
            <a:lvl9pPr algn="l">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Mở phiên, quét mã hợp lệ và mã bất thường, xác nhận xử lý.</a:t>
            </a:r>
          </a:p>
        </p:txBody>
      </p:sp>
      <p:sp>
        <p:nvSpPr>
          <p:cNvPr id="8" name="">
            <a:extLst xmlns:a="http://schemas.openxmlformats.org/drawingml/2006/main">
              <a:ext uri="{FF2B5EF4-FFF2-40B4-BE49-F238E27FC236}">
                <a16:creationId xmlns:a16="http://schemas.microsoft.com/office/drawing/2014/main" id="{819A00F5-F2F4-469A-B965-6C54B56D33E9}"/>
              </a:ext>
            </a:extLst>
          </p:cNvPr>
          <p:cNvSpPr>
            <a:spLocks xmlns:a="http://schemas.openxmlformats.org/drawingml/2006/main" noGrp="1"/>
          </p:cNvSpPr>
          <p:nvPr/>
        </p:nvSpPr>
        <p:spPr>
          <a:xfrm xmlns:a="http://schemas.openxmlformats.org/drawingml/2006/main">
            <a:off x="3429000" y="266700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defRPr sz="1200" b="0">
                <a:solidFill>
                  <a:srgbClr val="526660"/>
                </a:solidFill>
                <a:latin typeface="Segoe UI"/>
                <a:ea typeface="Segoe UI"/>
                <a:cs typeface="Segoe UI"/>
              </a:defRPr>
            </a:lvl1pPr>
            <a:lvl2pPr algn="l">
              <a:defRPr sz="1200" b="0">
                <a:solidFill>
                  <a:srgbClr val="526660"/>
                </a:solidFill>
                <a:latin typeface="Segoe UI"/>
                <a:ea typeface="Segoe UI"/>
                <a:cs typeface="Segoe UI"/>
              </a:defRPr>
            </a:lvl2pPr>
            <a:lvl3pPr algn="l">
              <a:defRPr sz="1200" b="0">
                <a:solidFill>
                  <a:srgbClr val="526660"/>
                </a:solidFill>
                <a:latin typeface="Segoe UI"/>
                <a:ea typeface="Segoe UI"/>
                <a:cs typeface="Segoe UI"/>
              </a:defRPr>
            </a:lvl3pPr>
            <a:lvl4pPr algn="l">
              <a:defRPr sz="1200" b="0">
                <a:solidFill>
                  <a:srgbClr val="526660"/>
                </a:solidFill>
                <a:latin typeface="Segoe UI"/>
                <a:ea typeface="Segoe UI"/>
                <a:cs typeface="Segoe UI"/>
              </a:defRPr>
            </a:lvl4pPr>
            <a:lvl5pPr algn="l">
              <a:defRPr sz="1200" b="0">
                <a:solidFill>
                  <a:srgbClr val="526660"/>
                </a:solidFill>
                <a:latin typeface="Segoe UI"/>
                <a:ea typeface="Segoe UI"/>
                <a:cs typeface="Segoe UI"/>
              </a:defRPr>
            </a:lvl5pPr>
            <a:lvl6pPr algn="l">
              <a:defRPr sz="1200" b="0">
                <a:solidFill>
                  <a:srgbClr val="526660"/>
                </a:solidFill>
                <a:latin typeface="Segoe UI"/>
                <a:ea typeface="Segoe UI"/>
                <a:cs typeface="Segoe UI"/>
              </a:defRPr>
            </a:lvl6pPr>
            <a:lvl7pPr algn="l">
              <a:defRPr sz="1200" b="0">
                <a:solidFill>
                  <a:srgbClr val="526660"/>
                </a:solidFill>
                <a:latin typeface="Segoe UI"/>
                <a:ea typeface="Segoe UI"/>
                <a:cs typeface="Segoe UI"/>
              </a:defRPr>
            </a:lvl7pPr>
            <a:lvl8pPr algn="l">
              <a:defRPr sz="1200" b="0">
                <a:solidFill>
                  <a:srgbClr val="526660"/>
                </a:solidFill>
                <a:latin typeface="Segoe UI"/>
                <a:ea typeface="Segoe UI"/>
                <a:cs typeface="Segoe UI"/>
              </a:defRPr>
            </a:lvl8pPr>
            <a:lvl9pPr algn="l">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Có UI; cần chuẩn bị database demo cô lập.</a:t>
            </a:r>
          </a:p>
        </p:txBody>
      </p:sp>
      <p:sp>
        <p:nvSpPr>
          <p:cNvPr id="9" name="">
            <a:extLst xmlns:a="http://schemas.openxmlformats.org/drawingml/2006/main">
              <a:ext uri="{FF2B5EF4-FFF2-40B4-BE49-F238E27FC236}">
                <a16:creationId xmlns:a16="http://schemas.microsoft.com/office/drawing/2014/main" id="{A8E9C259-5F3C-4CE2-8F45-F0E761CC3CD8}"/>
              </a:ext>
            </a:extLst>
          </p:cNvPr>
          <p:cNvSpPr>
            <a:spLocks xmlns:a="http://schemas.openxmlformats.org/drawingml/2006/main" noGrp="1"/>
          </p:cNvSpPr>
          <p:nvPr/>
        </p:nvSpPr>
        <p:spPr>
          <a:xfrm xmlns:a="http://schemas.openxmlformats.org/drawingml/2006/main">
            <a:off x="714375" y="3143250"/>
            <a:ext cx="1068705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7E9959BF-C8A2-4A22-84FC-A265DC8853FA}"/>
              </a:ext>
            </a:extLst>
          </p:cNvPr>
          <p:cNvSpPr>
            <a:spLocks xmlns:a="http://schemas.openxmlformats.org/drawingml/2006/main" noGrp="1"/>
          </p:cNvSpPr>
          <p:nvPr/>
        </p:nvSpPr>
        <p:spPr>
          <a:xfrm xmlns:a="http://schemas.openxmlformats.org/drawingml/2006/main">
            <a:off x="714375" y="328612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defRPr sz="2175" b="1">
                <a:solidFill>
                  <a:srgbClr val="0F766E"/>
                </a:solidFill>
                <a:latin typeface="Segoe UI"/>
                <a:ea typeface="Segoe UI"/>
                <a:cs typeface="Segoe UI"/>
              </a:defRPr>
            </a:lvl1pPr>
            <a:lvl2pPr algn="l">
              <a:defRPr sz="2175" b="1">
                <a:solidFill>
                  <a:srgbClr val="0F766E"/>
                </a:solidFill>
                <a:latin typeface="Segoe UI"/>
                <a:ea typeface="Segoe UI"/>
                <a:cs typeface="Segoe UI"/>
              </a:defRPr>
            </a:lvl2pPr>
            <a:lvl3pPr algn="l">
              <a:defRPr sz="2175" b="1">
                <a:solidFill>
                  <a:srgbClr val="0F766E"/>
                </a:solidFill>
                <a:latin typeface="Segoe UI"/>
                <a:ea typeface="Segoe UI"/>
                <a:cs typeface="Segoe UI"/>
              </a:defRPr>
            </a:lvl3pPr>
            <a:lvl4pPr algn="l">
              <a:defRPr sz="2175" b="1">
                <a:solidFill>
                  <a:srgbClr val="0F766E"/>
                </a:solidFill>
                <a:latin typeface="Segoe UI"/>
                <a:ea typeface="Segoe UI"/>
                <a:cs typeface="Segoe UI"/>
              </a:defRPr>
            </a:lvl4pPr>
            <a:lvl5pPr algn="l">
              <a:defRPr sz="2175" b="1">
                <a:solidFill>
                  <a:srgbClr val="0F766E"/>
                </a:solidFill>
                <a:latin typeface="Segoe UI"/>
                <a:ea typeface="Segoe UI"/>
                <a:cs typeface="Segoe UI"/>
              </a:defRPr>
            </a:lvl5pPr>
            <a:lvl6pPr algn="l">
              <a:defRPr sz="2175" b="1">
                <a:solidFill>
                  <a:srgbClr val="0F766E"/>
                </a:solidFill>
                <a:latin typeface="Segoe UI"/>
                <a:ea typeface="Segoe UI"/>
                <a:cs typeface="Segoe UI"/>
              </a:defRPr>
            </a:lvl6pPr>
            <a:lvl7pPr algn="l">
              <a:defRPr sz="2175" b="1">
                <a:solidFill>
                  <a:srgbClr val="0F766E"/>
                </a:solidFill>
                <a:latin typeface="Segoe UI"/>
                <a:ea typeface="Segoe UI"/>
                <a:cs typeface="Segoe UI"/>
              </a:defRPr>
            </a:lvl7pPr>
            <a:lvl8pPr algn="l">
              <a:defRPr sz="2175" b="1">
                <a:solidFill>
                  <a:srgbClr val="0F766E"/>
                </a:solidFill>
                <a:latin typeface="Segoe UI"/>
                <a:ea typeface="Segoe UI"/>
                <a:cs typeface="Segoe UI"/>
              </a:defRPr>
            </a:lvl8pPr>
            <a:lvl9pPr algn="l">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Tìm kiếm</a:t>
            </a:r>
          </a:p>
        </p:txBody>
      </p:sp>
      <p:sp>
        <p:nvSpPr>
          <p:cNvPr id="11" name="">
            <a:extLst xmlns:a="http://schemas.openxmlformats.org/drawingml/2006/main">
              <a:ext uri="{FF2B5EF4-FFF2-40B4-BE49-F238E27FC236}">
                <a16:creationId xmlns:a16="http://schemas.microsoft.com/office/drawing/2014/main" id="{720F59AD-8F74-4682-B8E1-85CF27B854D2}"/>
              </a:ext>
            </a:extLst>
          </p:cNvPr>
          <p:cNvSpPr>
            <a:spLocks xmlns:a="http://schemas.openxmlformats.org/drawingml/2006/main" noGrp="1"/>
          </p:cNvSpPr>
          <p:nvPr/>
        </p:nvSpPr>
        <p:spPr>
          <a:xfrm xmlns:a="http://schemas.openxmlformats.org/drawingml/2006/main">
            <a:off x="3429000" y="328612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defRPr sz="1650" b="0">
                <a:solidFill>
                  <a:srgbClr val="17211F"/>
                </a:solidFill>
                <a:latin typeface="Segoe UI"/>
                <a:ea typeface="Segoe UI"/>
                <a:cs typeface="Segoe UI"/>
              </a:defRPr>
            </a:lvl1pPr>
            <a:lvl2pPr algn="l">
              <a:defRPr sz="1650" b="0">
                <a:solidFill>
                  <a:srgbClr val="17211F"/>
                </a:solidFill>
                <a:latin typeface="Segoe UI"/>
                <a:ea typeface="Segoe UI"/>
                <a:cs typeface="Segoe UI"/>
              </a:defRPr>
            </a:lvl2pPr>
            <a:lvl3pPr algn="l">
              <a:defRPr sz="1650" b="0">
                <a:solidFill>
                  <a:srgbClr val="17211F"/>
                </a:solidFill>
                <a:latin typeface="Segoe UI"/>
                <a:ea typeface="Segoe UI"/>
                <a:cs typeface="Segoe UI"/>
              </a:defRPr>
            </a:lvl3pPr>
            <a:lvl4pPr algn="l">
              <a:defRPr sz="1650" b="0">
                <a:solidFill>
                  <a:srgbClr val="17211F"/>
                </a:solidFill>
                <a:latin typeface="Segoe UI"/>
                <a:ea typeface="Segoe UI"/>
                <a:cs typeface="Segoe UI"/>
              </a:defRPr>
            </a:lvl4pPr>
            <a:lvl5pPr algn="l">
              <a:defRPr sz="1650" b="0">
                <a:solidFill>
                  <a:srgbClr val="17211F"/>
                </a:solidFill>
                <a:latin typeface="Segoe UI"/>
                <a:ea typeface="Segoe UI"/>
                <a:cs typeface="Segoe UI"/>
              </a:defRPr>
            </a:lvl5pPr>
            <a:lvl6pPr algn="l">
              <a:defRPr sz="1650" b="0">
                <a:solidFill>
                  <a:srgbClr val="17211F"/>
                </a:solidFill>
                <a:latin typeface="Segoe UI"/>
                <a:ea typeface="Segoe UI"/>
                <a:cs typeface="Segoe UI"/>
              </a:defRPr>
            </a:lvl6pPr>
            <a:lvl7pPr algn="l">
              <a:defRPr sz="1650" b="0">
                <a:solidFill>
                  <a:srgbClr val="17211F"/>
                </a:solidFill>
                <a:latin typeface="Segoe UI"/>
                <a:ea typeface="Segoe UI"/>
                <a:cs typeface="Segoe UI"/>
              </a:defRPr>
            </a:lvl7pPr>
            <a:lvl8pPr algn="l">
              <a:defRPr sz="1650" b="0">
                <a:solidFill>
                  <a:srgbClr val="17211F"/>
                </a:solidFill>
                <a:latin typeface="Segoe UI"/>
                <a:ea typeface="Segoe UI"/>
                <a:cs typeface="Segoe UI"/>
              </a:defRPr>
            </a:lvl8pPr>
            <a:lvl9pPr algn="l">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Tìm tên/ISBN, lọc thể loại và thử alias trên nhánh DEV1.</a:t>
            </a:r>
          </a:p>
        </p:txBody>
      </p:sp>
      <p:sp>
        <p:nvSpPr>
          <p:cNvPr id="12" name="">
            <a:extLst xmlns:a="http://schemas.openxmlformats.org/drawingml/2006/main">
              <a:ext uri="{FF2B5EF4-FFF2-40B4-BE49-F238E27FC236}">
                <a16:creationId xmlns:a16="http://schemas.microsoft.com/office/drawing/2014/main" id="{428ADCE1-7E62-46D7-A217-B775313408D2}"/>
              </a:ext>
            </a:extLst>
          </p:cNvPr>
          <p:cNvSpPr>
            <a:spLocks xmlns:a="http://schemas.openxmlformats.org/drawingml/2006/main" noGrp="1"/>
          </p:cNvSpPr>
          <p:nvPr/>
        </p:nvSpPr>
        <p:spPr>
          <a:xfrm xmlns:a="http://schemas.openxmlformats.org/drawingml/2006/main">
            <a:off x="3429000" y="401955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defRPr sz="1200" b="0">
                <a:solidFill>
                  <a:srgbClr val="526660"/>
                </a:solidFill>
                <a:latin typeface="Segoe UI"/>
                <a:ea typeface="Segoe UI"/>
                <a:cs typeface="Segoe UI"/>
              </a:defRPr>
            </a:lvl1pPr>
            <a:lvl2pPr algn="l">
              <a:defRPr sz="1200" b="0">
                <a:solidFill>
                  <a:srgbClr val="526660"/>
                </a:solidFill>
                <a:latin typeface="Segoe UI"/>
                <a:ea typeface="Segoe UI"/>
                <a:cs typeface="Segoe UI"/>
              </a:defRPr>
            </a:lvl2pPr>
            <a:lvl3pPr algn="l">
              <a:defRPr sz="1200" b="0">
                <a:solidFill>
                  <a:srgbClr val="526660"/>
                </a:solidFill>
                <a:latin typeface="Segoe UI"/>
                <a:ea typeface="Segoe UI"/>
                <a:cs typeface="Segoe UI"/>
              </a:defRPr>
            </a:lvl3pPr>
            <a:lvl4pPr algn="l">
              <a:defRPr sz="1200" b="0">
                <a:solidFill>
                  <a:srgbClr val="526660"/>
                </a:solidFill>
                <a:latin typeface="Segoe UI"/>
                <a:ea typeface="Segoe UI"/>
                <a:cs typeface="Segoe UI"/>
              </a:defRPr>
            </a:lvl4pPr>
            <a:lvl5pPr algn="l">
              <a:defRPr sz="1200" b="0">
                <a:solidFill>
                  <a:srgbClr val="526660"/>
                </a:solidFill>
                <a:latin typeface="Segoe UI"/>
                <a:ea typeface="Segoe UI"/>
                <a:cs typeface="Segoe UI"/>
              </a:defRPr>
            </a:lvl5pPr>
            <a:lvl6pPr algn="l">
              <a:defRPr sz="1200" b="0">
                <a:solidFill>
                  <a:srgbClr val="526660"/>
                </a:solidFill>
                <a:latin typeface="Segoe UI"/>
                <a:ea typeface="Segoe UI"/>
                <a:cs typeface="Segoe UI"/>
              </a:defRPr>
            </a:lvl6pPr>
            <a:lvl7pPr algn="l">
              <a:defRPr sz="1200" b="0">
                <a:solidFill>
                  <a:srgbClr val="526660"/>
                </a:solidFill>
                <a:latin typeface="Segoe UI"/>
                <a:ea typeface="Segoe UI"/>
                <a:cs typeface="Segoe UI"/>
              </a:defRPr>
            </a:lvl7pPr>
            <a:lvl8pPr algn="l">
              <a:defRPr sz="1200" b="0">
                <a:solidFill>
                  <a:srgbClr val="526660"/>
                </a:solidFill>
                <a:latin typeface="Segoe UI"/>
                <a:ea typeface="Segoe UI"/>
                <a:cs typeface="Segoe UI"/>
              </a:defRPr>
            </a:lvl8pPr>
            <a:lvl9pPr algn="l">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categoryTerm chưa merge main.</a:t>
            </a:r>
          </a:p>
        </p:txBody>
      </p:sp>
      <p:sp>
        <p:nvSpPr>
          <p:cNvPr id="13" name="">
            <a:extLst xmlns:a="http://schemas.openxmlformats.org/drawingml/2006/main">
              <a:ext uri="{FF2B5EF4-FFF2-40B4-BE49-F238E27FC236}">
                <a16:creationId xmlns:a16="http://schemas.microsoft.com/office/drawing/2014/main" id="{3E4E76DF-6CD1-4D55-9E34-566309C4F5DD}"/>
              </a:ext>
            </a:extLst>
          </p:cNvPr>
          <p:cNvSpPr>
            <a:spLocks xmlns:a="http://schemas.openxmlformats.org/drawingml/2006/main" noGrp="1"/>
          </p:cNvSpPr>
          <p:nvPr/>
        </p:nvSpPr>
        <p:spPr>
          <a:xfrm xmlns:a="http://schemas.openxmlformats.org/drawingml/2006/main">
            <a:off x="714375" y="4495800"/>
            <a:ext cx="1068705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1947B75F-0F13-44AE-9DF6-FB3696A90F4F}"/>
              </a:ext>
            </a:extLst>
          </p:cNvPr>
          <p:cNvSpPr>
            <a:spLocks xmlns:a="http://schemas.openxmlformats.org/drawingml/2006/main" noGrp="1"/>
          </p:cNvSpPr>
          <p:nvPr/>
        </p:nvSpPr>
        <p:spPr>
          <a:xfrm xmlns:a="http://schemas.openxmlformats.org/drawingml/2006/main">
            <a:off x="714375" y="463867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defRPr sz="2175" b="1">
                <a:solidFill>
                  <a:srgbClr val="0F766E"/>
                </a:solidFill>
                <a:latin typeface="Segoe UI"/>
                <a:ea typeface="Segoe UI"/>
                <a:cs typeface="Segoe UI"/>
              </a:defRPr>
            </a:lvl1pPr>
            <a:lvl2pPr algn="l">
              <a:defRPr sz="2175" b="1">
                <a:solidFill>
                  <a:srgbClr val="0F766E"/>
                </a:solidFill>
                <a:latin typeface="Segoe UI"/>
                <a:ea typeface="Segoe UI"/>
                <a:cs typeface="Segoe UI"/>
              </a:defRPr>
            </a:lvl2pPr>
            <a:lvl3pPr algn="l">
              <a:defRPr sz="2175" b="1">
                <a:solidFill>
                  <a:srgbClr val="0F766E"/>
                </a:solidFill>
                <a:latin typeface="Segoe UI"/>
                <a:ea typeface="Segoe UI"/>
                <a:cs typeface="Segoe UI"/>
              </a:defRPr>
            </a:lvl3pPr>
            <a:lvl4pPr algn="l">
              <a:defRPr sz="2175" b="1">
                <a:solidFill>
                  <a:srgbClr val="0F766E"/>
                </a:solidFill>
                <a:latin typeface="Segoe UI"/>
                <a:ea typeface="Segoe UI"/>
                <a:cs typeface="Segoe UI"/>
              </a:defRPr>
            </a:lvl4pPr>
            <a:lvl5pPr algn="l">
              <a:defRPr sz="2175" b="1">
                <a:solidFill>
                  <a:srgbClr val="0F766E"/>
                </a:solidFill>
                <a:latin typeface="Segoe UI"/>
                <a:ea typeface="Segoe UI"/>
                <a:cs typeface="Segoe UI"/>
              </a:defRPr>
            </a:lvl5pPr>
            <a:lvl6pPr algn="l">
              <a:defRPr sz="2175" b="1">
                <a:solidFill>
                  <a:srgbClr val="0F766E"/>
                </a:solidFill>
                <a:latin typeface="Segoe UI"/>
                <a:ea typeface="Segoe UI"/>
                <a:cs typeface="Segoe UI"/>
              </a:defRPr>
            </a:lvl6pPr>
            <a:lvl7pPr algn="l">
              <a:defRPr sz="2175" b="1">
                <a:solidFill>
                  <a:srgbClr val="0F766E"/>
                </a:solidFill>
                <a:latin typeface="Segoe UI"/>
                <a:ea typeface="Segoe UI"/>
                <a:cs typeface="Segoe UI"/>
              </a:defRPr>
            </a:lvl7pPr>
            <a:lvl8pPr algn="l">
              <a:defRPr sz="2175" b="1">
                <a:solidFill>
                  <a:srgbClr val="0F766E"/>
                </a:solidFill>
                <a:latin typeface="Segoe UI"/>
                <a:ea typeface="Segoe UI"/>
                <a:cs typeface="Segoe UI"/>
              </a:defRPr>
            </a:lvl8pPr>
            <a:lvl9pPr algn="l">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Đề xuất bổ sung</a:t>
            </a:r>
          </a:p>
        </p:txBody>
      </p:sp>
      <p:sp>
        <p:nvSpPr>
          <p:cNvPr id="15" name="">
            <a:extLst xmlns:a="http://schemas.openxmlformats.org/drawingml/2006/main">
              <a:ext uri="{FF2B5EF4-FFF2-40B4-BE49-F238E27FC236}">
                <a16:creationId xmlns:a16="http://schemas.microsoft.com/office/drawing/2014/main" id="{144783EB-6DD6-4FCB-9AFD-5619486B4DAE}"/>
              </a:ext>
            </a:extLst>
          </p:cNvPr>
          <p:cNvSpPr>
            <a:spLocks xmlns:a="http://schemas.openxmlformats.org/drawingml/2006/main" noGrp="1"/>
          </p:cNvSpPr>
          <p:nvPr/>
        </p:nvSpPr>
        <p:spPr>
          <a:xfrm xmlns:a="http://schemas.openxmlformats.org/drawingml/2006/main">
            <a:off x="3429000" y="463867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defRPr sz="1650" b="0">
                <a:solidFill>
                  <a:srgbClr val="17211F"/>
                </a:solidFill>
                <a:latin typeface="Segoe UI"/>
                <a:ea typeface="Segoe UI"/>
                <a:cs typeface="Segoe UI"/>
              </a:defRPr>
            </a:lvl1pPr>
            <a:lvl2pPr algn="l">
              <a:defRPr sz="1650" b="0">
                <a:solidFill>
                  <a:srgbClr val="17211F"/>
                </a:solidFill>
                <a:latin typeface="Segoe UI"/>
                <a:ea typeface="Segoe UI"/>
                <a:cs typeface="Segoe UI"/>
              </a:defRPr>
            </a:lvl2pPr>
            <a:lvl3pPr algn="l">
              <a:defRPr sz="1650" b="0">
                <a:solidFill>
                  <a:srgbClr val="17211F"/>
                </a:solidFill>
                <a:latin typeface="Segoe UI"/>
                <a:ea typeface="Segoe UI"/>
                <a:cs typeface="Segoe UI"/>
              </a:defRPr>
            </a:lvl3pPr>
            <a:lvl4pPr algn="l">
              <a:defRPr sz="1650" b="0">
                <a:solidFill>
                  <a:srgbClr val="17211F"/>
                </a:solidFill>
                <a:latin typeface="Segoe UI"/>
                <a:ea typeface="Segoe UI"/>
                <a:cs typeface="Segoe UI"/>
              </a:defRPr>
            </a:lvl4pPr>
            <a:lvl5pPr algn="l">
              <a:defRPr sz="1650" b="0">
                <a:solidFill>
                  <a:srgbClr val="17211F"/>
                </a:solidFill>
                <a:latin typeface="Segoe UI"/>
                <a:ea typeface="Segoe UI"/>
                <a:cs typeface="Segoe UI"/>
              </a:defRPr>
            </a:lvl5pPr>
            <a:lvl6pPr algn="l">
              <a:defRPr sz="1650" b="0">
                <a:solidFill>
                  <a:srgbClr val="17211F"/>
                </a:solidFill>
                <a:latin typeface="Segoe UI"/>
                <a:ea typeface="Segoe UI"/>
                <a:cs typeface="Segoe UI"/>
              </a:defRPr>
            </a:lvl6pPr>
            <a:lvl7pPr algn="l">
              <a:defRPr sz="1650" b="0">
                <a:solidFill>
                  <a:srgbClr val="17211F"/>
                </a:solidFill>
                <a:latin typeface="Segoe UI"/>
                <a:ea typeface="Segoe UI"/>
                <a:cs typeface="Segoe UI"/>
              </a:defRPr>
            </a:lvl7pPr>
            <a:lvl8pPr algn="l">
              <a:defRPr sz="1650" b="0">
                <a:solidFill>
                  <a:srgbClr val="17211F"/>
                </a:solidFill>
                <a:latin typeface="Segoe UI"/>
                <a:ea typeface="Segoe UI"/>
                <a:cs typeface="Segoe UI"/>
              </a:defRPr>
            </a:lvl8pPr>
            <a:lvl9pPr algn="l">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Xem bằng chứng và duyệt nội bộ trên UI khi có bản ghi.</a:t>
            </a:r>
          </a:p>
        </p:txBody>
      </p:sp>
      <p:sp>
        <p:nvSpPr>
          <p:cNvPr id="16" name="">
            <a:extLst xmlns:a="http://schemas.openxmlformats.org/drawingml/2006/main">
              <a:ext uri="{FF2B5EF4-FFF2-40B4-BE49-F238E27FC236}">
                <a16:creationId xmlns:a16="http://schemas.microsoft.com/office/drawing/2014/main" id="{014816A8-72F1-47BC-B2CF-C193F6EB6931}"/>
              </a:ext>
            </a:extLst>
          </p:cNvPr>
          <p:cNvSpPr>
            <a:spLocks xmlns:a="http://schemas.openxmlformats.org/drawingml/2006/main" noGrp="1"/>
          </p:cNvSpPr>
          <p:nvPr/>
        </p:nvSpPr>
        <p:spPr>
          <a:xfrm xmlns:a="http://schemas.openxmlformats.org/drawingml/2006/main">
            <a:off x="3429000" y="537210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9D5B14"/>
                </a:solidFill>
                <a:latin typeface="Segoe UI"/>
                <a:ea typeface="Segoe UI"/>
                <a:cs typeface="Segoe UI"/>
              </a:defRPr>
            </a:defPPr>
            <a:lvl1pPr algn="l">
              <a:defRPr sz="1200" b="0">
                <a:solidFill>
                  <a:srgbClr val="9D5B14"/>
                </a:solidFill>
                <a:latin typeface="Segoe UI"/>
                <a:ea typeface="Segoe UI"/>
                <a:cs typeface="Segoe UI"/>
              </a:defRPr>
            </a:lvl1pPr>
            <a:lvl2pPr algn="l">
              <a:defRPr sz="1200" b="0">
                <a:solidFill>
                  <a:srgbClr val="9D5B14"/>
                </a:solidFill>
                <a:latin typeface="Segoe UI"/>
                <a:ea typeface="Segoe UI"/>
                <a:cs typeface="Segoe UI"/>
              </a:defRPr>
            </a:lvl2pPr>
            <a:lvl3pPr algn="l">
              <a:defRPr sz="1200" b="0">
                <a:solidFill>
                  <a:srgbClr val="9D5B14"/>
                </a:solidFill>
                <a:latin typeface="Segoe UI"/>
                <a:ea typeface="Segoe UI"/>
                <a:cs typeface="Segoe UI"/>
              </a:defRPr>
            </a:lvl3pPr>
            <a:lvl4pPr algn="l">
              <a:defRPr sz="1200" b="0">
                <a:solidFill>
                  <a:srgbClr val="9D5B14"/>
                </a:solidFill>
                <a:latin typeface="Segoe UI"/>
                <a:ea typeface="Segoe UI"/>
                <a:cs typeface="Segoe UI"/>
              </a:defRPr>
            </a:lvl4pPr>
            <a:lvl5pPr algn="l">
              <a:defRPr sz="1200" b="0">
                <a:solidFill>
                  <a:srgbClr val="9D5B14"/>
                </a:solidFill>
                <a:latin typeface="Segoe UI"/>
                <a:ea typeface="Segoe UI"/>
                <a:cs typeface="Segoe UI"/>
              </a:defRPr>
            </a:lvl5pPr>
            <a:lvl6pPr algn="l">
              <a:defRPr sz="1200" b="0">
                <a:solidFill>
                  <a:srgbClr val="9D5B14"/>
                </a:solidFill>
                <a:latin typeface="Segoe UI"/>
                <a:ea typeface="Segoe UI"/>
                <a:cs typeface="Segoe UI"/>
              </a:defRPr>
            </a:lvl6pPr>
            <a:lvl7pPr algn="l">
              <a:defRPr sz="1200" b="0">
                <a:solidFill>
                  <a:srgbClr val="9D5B14"/>
                </a:solidFill>
                <a:latin typeface="Segoe UI"/>
                <a:ea typeface="Segoe UI"/>
                <a:cs typeface="Segoe UI"/>
              </a:defRPr>
            </a:lvl7pPr>
            <a:lvl8pPr algn="l">
              <a:defRPr sz="1200" b="0">
                <a:solidFill>
                  <a:srgbClr val="9D5B14"/>
                </a:solidFill>
                <a:latin typeface="Segoe UI"/>
                <a:ea typeface="Segoe UI"/>
                <a:cs typeface="Segoe UI"/>
              </a:defRPr>
            </a:lvl8pPr>
            <a:lvl9pPr algn="l">
              <a:defRPr sz="1200" b="0">
                <a:solidFill>
                  <a:srgbClr val="9D5B14"/>
                </a:solidFill>
                <a:latin typeface="Segoe UI"/>
                <a:ea typeface="Segoe UI"/>
                <a:cs typeface="Segoe UI"/>
              </a:defRPr>
            </a:lvl9pPr>
          </a:lstStyle>
          <a:p xmlns:a="http://schemas.openxmlformats.org/drawingml/2006/main">
            <a:pPr algn="l">
              <a:lnSpc>
                <a:spcPct val="108000"/>
              </a:lnSpc>
              <a:buNone/>
              <a:defRPr sz="1200" b="0">
                <a:solidFill>
                  <a:srgbClr val="9D5B14"/>
                </a:solidFill>
                <a:latin typeface="Segoe UI"/>
                <a:ea typeface="Segoe UI"/>
                <a:cs typeface="Segoe UI"/>
              </a:defRPr>
            </a:pPr>
            <a:r>
              <a:rPr sz="1200" b="0">
                <a:solidFill>
                  <a:srgbClr val="9D5B14"/>
                </a:solidFill>
                <a:latin typeface="Segoe UI"/>
                <a:ea typeface="Segoe UI"/>
                <a:cs typeface="Segoe UI"/>
              </a:rPr>
              <a:t>Nguồn tạo đề xuất từ Core chưa bàn giao.</a:t>
            </a:r>
          </a:p>
        </p:txBody>
      </p:sp>
    </p:spTree>
    <p:extLst>
      <p:ext uri="{BB962C8B-B14F-4D97-AF65-F5344CB8AC3E}">
        <p14:creationId xmlns:p14="http://schemas.microsoft.com/office/powerpoint/2010/main" val="199810109"/>
      </p:ext>
    </p:extLst>
  </p:cSld>
</p:sld>
</file>

<file path=ppt/slides/slide1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31CD6F6-FBAB-49EC-8DF2-DA8BC70BD189}"/>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defRPr sz="975" b="1">
                <a:solidFill>
                  <a:srgbClr val="0F766E"/>
                </a:solidFill>
                <a:latin typeface="Segoe UI"/>
                <a:ea typeface="Segoe UI"/>
                <a:cs typeface="Segoe UI"/>
              </a:defRPr>
            </a:lvl1pPr>
            <a:lvl2pPr algn="l">
              <a:defRPr sz="975" b="1">
                <a:solidFill>
                  <a:srgbClr val="0F766E"/>
                </a:solidFill>
                <a:latin typeface="Segoe UI"/>
                <a:ea typeface="Segoe UI"/>
                <a:cs typeface="Segoe UI"/>
              </a:defRPr>
            </a:lvl2pPr>
            <a:lvl3pPr algn="l">
              <a:defRPr sz="975" b="1">
                <a:solidFill>
                  <a:srgbClr val="0F766E"/>
                </a:solidFill>
                <a:latin typeface="Segoe UI"/>
                <a:ea typeface="Segoe UI"/>
                <a:cs typeface="Segoe UI"/>
              </a:defRPr>
            </a:lvl3pPr>
            <a:lvl4pPr algn="l">
              <a:defRPr sz="975" b="1">
                <a:solidFill>
                  <a:srgbClr val="0F766E"/>
                </a:solidFill>
                <a:latin typeface="Segoe UI"/>
                <a:ea typeface="Segoe UI"/>
                <a:cs typeface="Segoe UI"/>
              </a:defRPr>
            </a:lvl4pPr>
            <a:lvl5pPr algn="l">
              <a:defRPr sz="975" b="1">
                <a:solidFill>
                  <a:srgbClr val="0F766E"/>
                </a:solidFill>
                <a:latin typeface="Segoe UI"/>
                <a:ea typeface="Segoe UI"/>
                <a:cs typeface="Segoe UI"/>
              </a:defRPr>
            </a:lvl5pPr>
            <a:lvl6pPr algn="l">
              <a:defRPr sz="975" b="1">
                <a:solidFill>
                  <a:srgbClr val="0F766E"/>
                </a:solidFill>
                <a:latin typeface="Segoe UI"/>
                <a:ea typeface="Segoe UI"/>
                <a:cs typeface="Segoe UI"/>
              </a:defRPr>
            </a:lvl6pPr>
            <a:lvl7pPr algn="l">
              <a:defRPr sz="975" b="1">
                <a:solidFill>
                  <a:srgbClr val="0F766E"/>
                </a:solidFill>
                <a:latin typeface="Segoe UI"/>
                <a:ea typeface="Segoe UI"/>
                <a:cs typeface="Segoe UI"/>
              </a:defRPr>
            </a:lvl7pPr>
            <a:lvl8pPr algn="l">
              <a:defRPr sz="975" b="1">
                <a:solidFill>
                  <a:srgbClr val="0F766E"/>
                </a:solidFill>
                <a:latin typeface="Segoe UI"/>
                <a:ea typeface="Segoe UI"/>
                <a:cs typeface="Segoe UI"/>
              </a:defRPr>
            </a:lvl8pPr>
            <a:lvl9pPr algn="l">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ĐỐI CHIẾU HIỆN TRẠNG</a:t>
            </a:r>
          </a:p>
        </p:txBody>
      </p:sp>
      <p:sp>
        <p:nvSpPr>
          <p:cNvPr id="2" name="">
            <a:extLst xmlns:a="http://schemas.openxmlformats.org/drawingml/2006/main">
              <a:ext uri="{FF2B5EF4-FFF2-40B4-BE49-F238E27FC236}">
                <a16:creationId xmlns:a16="http://schemas.microsoft.com/office/drawing/2014/main" id="{F9A5DEB0-B075-40D7-80C3-ED0840DC36D5}"/>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defRPr sz="2925" b="1">
                <a:solidFill>
                  <a:srgbClr val="17211F"/>
                </a:solidFill>
                <a:latin typeface="Segoe UI"/>
                <a:ea typeface="Segoe UI"/>
                <a:cs typeface="Segoe UI"/>
              </a:defRPr>
            </a:lvl1pPr>
            <a:lvl2pPr algn="l">
              <a:defRPr sz="2925" b="1">
                <a:solidFill>
                  <a:srgbClr val="17211F"/>
                </a:solidFill>
                <a:latin typeface="Segoe UI"/>
                <a:ea typeface="Segoe UI"/>
                <a:cs typeface="Segoe UI"/>
              </a:defRPr>
            </a:lvl2pPr>
            <a:lvl3pPr algn="l">
              <a:defRPr sz="2925" b="1">
                <a:solidFill>
                  <a:srgbClr val="17211F"/>
                </a:solidFill>
                <a:latin typeface="Segoe UI"/>
                <a:ea typeface="Segoe UI"/>
                <a:cs typeface="Segoe UI"/>
              </a:defRPr>
            </a:lvl3pPr>
            <a:lvl4pPr algn="l">
              <a:defRPr sz="2925" b="1">
                <a:solidFill>
                  <a:srgbClr val="17211F"/>
                </a:solidFill>
                <a:latin typeface="Segoe UI"/>
                <a:ea typeface="Segoe UI"/>
                <a:cs typeface="Segoe UI"/>
              </a:defRPr>
            </a:lvl4pPr>
            <a:lvl5pPr algn="l">
              <a:defRPr sz="2925" b="1">
                <a:solidFill>
                  <a:srgbClr val="17211F"/>
                </a:solidFill>
                <a:latin typeface="Segoe UI"/>
                <a:ea typeface="Segoe UI"/>
                <a:cs typeface="Segoe UI"/>
              </a:defRPr>
            </a:lvl5pPr>
            <a:lvl6pPr algn="l">
              <a:defRPr sz="2925" b="1">
                <a:solidFill>
                  <a:srgbClr val="17211F"/>
                </a:solidFill>
                <a:latin typeface="Segoe UI"/>
                <a:ea typeface="Segoe UI"/>
                <a:cs typeface="Segoe UI"/>
              </a:defRPr>
            </a:lvl6pPr>
            <a:lvl7pPr algn="l">
              <a:defRPr sz="2925" b="1">
                <a:solidFill>
                  <a:srgbClr val="17211F"/>
                </a:solidFill>
                <a:latin typeface="Segoe UI"/>
                <a:ea typeface="Segoe UI"/>
                <a:cs typeface="Segoe UI"/>
              </a:defRPr>
            </a:lvl7pPr>
            <a:lvl8pPr algn="l">
              <a:defRPr sz="2925" b="1">
                <a:solidFill>
                  <a:srgbClr val="17211F"/>
                </a:solidFill>
                <a:latin typeface="Segoe UI"/>
                <a:ea typeface="Segoe UI"/>
                <a:cs typeface="Segoe UI"/>
              </a:defRPr>
            </a:lvl8pPr>
            <a:lvl9pPr algn="l">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Kết quả và giới hạn</a:t>
            </a:r>
          </a:p>
        </p:txBody>
      </p:sp>
      <p:sp>
        <p:nvSpPr>
          <p:cNvPr id="3" name="">
            <a:extLst xmlns:a="http://schemas.openxmlformats.org/drawingml/2006/main">
              <a:ext uri="{FF2B5EF4-FFF2-40B4-BE49-F238E27FC236}">
                <a16:creationId xmlns:a16="http://schemas.microsoft.com/office/drawing/2014/main" id="{4A2A45D3-999D-4109-A9FE-CB59AC10652F}"/>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59A34A1E-115D-4DA9-89D6-419140B66393}"/>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defRPr sz="900" b="0">
                <a:solidFill>
                  <a:srgbClr val="526660"/>
                </a:solidFill>
                <a:latin typeface="Segoe UI"/>
                <a:ea typeface="Segoe UI"/>
                <a:cs typeface="Segoe UI"/>
              </a:defRPr>
            </a:lvl1pPr>
            <a:lvl2pPr algn="l">
              <a:defRPr sz="900" b="0">
                <a:solidFill>
                  <a:srgbClr val="526660"/>
                </a:solidFill>
                <a:latin typeface="Segoe UI"/>
                <a:ea typeface="Segoe UI"/>
                <a:cs typeface="Segoe UI"/>
              </a:defRPr>
            </a:lvl2pPr>
            <a:lvl3pPr algn="l">
              <a:defRPr sz="900" b="0">
                <a:solidFill>
                  <a:srgbClr val="526660"/>
                </a:solidFill>
                <a:latin typeface="Segoe UI"/>
                <a:ea typeface="Segoe UI"/>
                <a:cs typeface="Segoe UI"/>
              </a:defRPr>
            </a:lvl3pPr>
            <a:lvl4pPr algn="l">
              <a:defRPr sz="900" b="0">
                <a:solidFill>
                  <a:srgbClr val="526660"/>
                </a:solidFill>
                <a:latin typeface="Segoe UI"/>
                <a:ea typeface="Segoe UI"/>
                <a:cs typeface="Segoe UI"/>
              </a:defRPr>
            </a:lvl4pPr>
            <a:lvl5pPr algn="l">
              <a:defRPr sz="900" b="0">
                <a:solidFill>
                  <a:srgbClr val="526660"/>
                </a:solidFill>
                <a:latin typeface="Segoe UI"/>
                <a:ea typeface="Segoe UI"/>
                <a:cs typeface="Segoe UI"/>
              </a:defRPr>
            </a:lvl5pPr>
            <a:lvl6pPr algn="l">
              <a:defRPr sz="900" b="0">
                <a:solidFill>
                  <a:srgbClr val="526660"/>
                </a:solidFill>
                <a:latin typeface="Segoe UI"/>
                <a:ea typeface="Segoe UI"/>
                <a:cs typeface="Segoe UI"/>
              </a:defRPr>
            </a:lvl6pPr>
            <a:lvl7pPr algn="l">
              <a:defRPr sz="900" b="0">
                <a:solidFill>
                  <a:srgbClr val="526660"/>
                </a:solidFill>
                <a:latin typeface="Segoe UI"/>
                <a:ea typeface="Segoe UI"/>
                <a:cs typeface="Segoe UI"/>
              </a:defRPr>
            </a:lvl7pPr>
            <a:lvl8pPr algn="l">
              <a:defRPr sz="900" b="0">
                <a:solidFill>
                  <a:srgbClr val="526660"/>
                </a:solidFill>
                <a:latin typeface="Segoe UI"/>
                <a:ea typeface="Segoe UI"/>
                <a:cs typeface="Segoe UI"/>
              </a:defRPr>
            </a:lvl8pPr>
            <a:lvl9pPr algn="l">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36FD007C-84BA-45F7-BCDD-B2A075BE9A10}"/>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defRPr sz="900" b="0">
                <a:solidFill>
                  <a:srgbClr val="526660"/>
                </a:solidFill>
                <a:latin typeface="Segoe UI"/>
                <a:ea typeface="Segoe UI"/>
                <a:cs typeface="Segoe UI"/>
              </a:defRPr>
            </a:lvl1pPr>
            <a:lvl2pPr algn="r">
              <a:defRPr sz="900" b="0">
                <a:solidFill>
                  <a:srgbClr val="526660"/>
                </a:solidFill>
                <a:latin typeface="Segoe UI"/>
                <a:ea typeface="Segoe UI"/>
                <a:cs typeface="Segoe UI"/>
              </a:defRPr>
            </a:lvl2pPr>
            <a:lvl3pPr algn="r">
              <a:defRPr sz="900" b="0">
                <a:solidFill>
                  <a:srgbClr val="526660"/>
                </a:solidFill>
                <a:latin typeface="Segoe UI"/>
                <a:ea typeface="Segoe UI"/>
                <a:cs typeface="Segoe UI"/>
              </a:defRPr>
            </a:lvl3pPr>
            <a:lvl4pPr algn="r">
              <a:defRPr sz="900" b="0">
                <a:solidFill>
                  <a:srgbClr val="526660"/>
                </a:solidFill>
                <a:latin typeface="Segoe UI"/>
                <a:ea typeface="Segoe UI"/>
                <a:cs typeface="Segoe UI"/>
              </a:defRPr>
            </a:lvl4pPr>
            <a:lvl5pPr algn="r">
              <a:defRPr sz="900" b="0">
                <a:solidFill>
                  <a:srgbClr val="526660"/>
                </a:solidFill>
                <a:latin typeface="Segoe UI"/>
                <a:ea typeface="Segoe UI"/>
                <a:cs typeface="Segoe UI"/>
              </a:defRPr>
            </a:lvl5pPr>
            <a:lvl6pPr algn="r">
              <a:defRPr sz="900" b="0">
                <a:solidFill>
                  <a:srgbClr val="526660"/>
                </a:solidFill>
                <a:latin typeface="Segoe UI"/>
                <a:ea typeface="Segoe UI"/>
                <a:cs typeface="Segoe UI"/>
              </a:defRPr>
            </a:lvl6pPr>
            <a:lvl7pPr algn="r">
              <a:defRPr sz="900" b="0">
                <a:solidFill>
                  <a:srgbClr val="526660"/>
                </a:solidFill>
                <a:latin typeface="Segoe UI"/>
                <a:ea typeface="Segoe UI"/>
                <a:cs typeface="Segoe UI"/>
              </a:defRPr>
            </a:lvl7pPr>
            <a:lvl8pPr algn="r">
              <a:defRPr sz="900" b="0">
                <a:solidFill>
                  <a:srgbClr val="526660"/>
                </a:solidFill>
                <a:latin typeface="Segoe UI"/>
                <a:ea typeface="Segoe UI"/>
                <a:cs typeface="Segoe UI"/>
              </a:defRPr>
            </a:lvl8pPr>
            <a:lvl9pPr algn="r">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14</a:t>
            </a:r>
          </a:p>
        </p:txBody>
      </p:sp>
      <p:sp>
        <p:nvSpPr>
          <p:cNvPr id="6" name="">
            <a:extLst xmlns:a="http://schemas.openxmlformats.org/drawingml/2006/main">
              <a:ext uri="{FF2B5EF4-FFF2-40B4-BE49-F238E27FC236}">
                <a16:creationId xmlns:a16="http://schemas.microsoft.com/office/drawing/2014/main" id="{8A1A8BA6-C83C-4F18-9091-0752DE7C738F}"/>
              </a:ext>
            </a:extLst>
          </p:cNvPr>
          <p:cNvSpPr>
            <a:spLocks xmlns:a="http://schemas.openxmlformats.org/drawingml/2006/main" noGrp="1"/>
          </p:cNvSpPr>
          <p:nvPr/>
        </p:nvSpPr>
        <p:spPr>
          <a:xfrm xmlns:a="http://schemas.openxmlformats.org/drawingml/2006/main">
            <a:off x="704850" y="1990725"/>
            <a:ext cx="2933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F766E"/>
                </a:solidFill>
                <a:latin typeface="Segoe UI"/>
                <a:ea typeface="Segoe UI"/>
                <a:cs typeface="Segoe UI"/>
              </a:defRPr>
            </a:defPPr>
            <a:lvl1pPr algn="l">
              <a:defRPr sz="2325" b="1">
                <a:solidFill>
                  <a:srgbClr val="0F766E"/>
                </a:solidFill>
                <a:latin typeface="Segoe UI"/>
                <a:ea typeface="Segoe UI"/>
                <a:cs typeface="Segoe UI"/>
              </a:defRPr>
            </a:lvl1pPr>
            <a:lvl2pPr algn="l">
              <a:defRPr sz="2325" b="1">
                <a:solidFill>
                  <a:srgbClr val="0F766E"/>
                </a:solidFill>
                <a:latin typeface="Segoe UI"/>
                <a:ea typeface="Segoe UI"/>
                <a:cs typeface="Segoe UI"/>
              </a:defRPr>
            </a:lvl2pPr>
            <a:lvl3pPr algn="l">
              <a:defRPr sz="2325" b="1">
                <a:solidFill>
                  <a:srgbClr val="0F766E"/>
                </a:solidFill>
                <a:latin typeface="Segoe UI"/>
                <a:ea typeface="Segoe UI"/>
                <a:cs typeface="Segoe UI"/>
              </a:defRPr>
            </a:lvl3pPr>
            <a:lvl4pPr algn="l">
              <a:defRPr sz="2325" b="1">
                <a:solidFill>
                  <a:srgbClr val="0F766E"/>
                </a:solidFill>
                <a:latin typeface="Segoe UI"/>
                <a:ea typeface="Segoe UI"/>
                <a:cs typeface="Segoe UI"/>
              </a:defRPr>
            </a:lvl4pPr>
            <a:lvl5pPr algn="l">
              <a:defRPr sz="2325" b="1">
                <a:solidFill>
                  <a:srgbClr val="0F766E"/>
                </a:solidFill>
                <a:latin typeface="Segoe UI"/>
                <a:ea typeface="Segoe UI"/>
                <a:cs typeface="Segoe UI"/>
              </a:defRPr>
            </a:lvl5pPr>
            <a:lvl6pPr algn="l">
              <a:defRPr sz="2325" b="1">
                <a:solidFill>
                  <a:srgbClr val="0F766E"/>
                </a:solidFill>
                <a:latin typeface="Segoe UI"/>
                <a:ea typeface="Segoe UI"/>
                <a:cs typeface="Segoe UI"/>
              </a:defRPr>
            </a:lvl6pPr>
            <a:lvl7pPr algn="l">
              <a:defRPr sz="2325" b="1">
                <a:solidFill>
                  <a:srgbClr val="0F766E"/>
                </a:solidFill>
                <a:latin typeface="Segoe UI"/>
                <a:ea typeface="Segoe UI"/>
                <a:cs typeface="Segoe UI"/>
              </a:defRPr>
            </a:lvl7pPr>
            <a:lvl8pPr algn="l">
              <a:defRPr sz="2325" b="1">
                <a:solidFill>
                  <a:srgbClr val="0F766E"/>
                </a:solidFill>
                <a:latin typeface="Segoe UI"/>
                <a:ea typeface="Segoe UI"/>
                <a:cs typeface="Segoe UI"/>
              </a:defRPr>
            </a:lvl8pPr>
            <a:lvl9pPr algn="l">
              <a:defRPr sz="2325" b="1">
                <a:solidFill>
                  <a:srgbClr val="0F766E"/>
                </a:solidFill>
                <a:latin typeface="Segoe UI"/>
                <a:ea typeface="Segoe UI"/>
                <a:cs typeface="Segoe UI"/>
              </a:defRPr>
            </a:lvl9pPr>
          </a:lstStyle>
          <a:p xmlns:a="http://schemas.openxmlformats.org/drawingml/2006/main">
            <a:pPr algn="l">
              <a:lnSpc>
                <a:spcPct val="108000"/>
              </a:lnSpc>
              <a:buNone/>
              <a:defRPr sz="2325" b="1">
                <a:solidFill>
                  <a:srgbClr val="0F766E"/>
                </a:solidFill>
                <a:latin typeface="Segoe UI"/>
                <a:ea typeface="Segoe UI"/>
                <a:cs typeface="Segoe UI"/>
              </a:defRPr>
            </a:pPr>
            <a:r>
              <a:rPr sz="2325" b="1">
                <a:solidFill>
                  <a:srgbClr val="0F766E"/>
                </a:solidFill>
                <a:latin typeface="Segoe UI"/>
                <a:ea typeface="Segoe UI"/>
                <a:cs typeface="Segoe UI"/>
              </a:rPr>
              <a:t>Đã có</a:t>
            </a:r>
          </a:p>
        </p:txBody>
      </p:sp>
      <p:sp>
        <p:nvSpPr>
          <p:cNvPr id="7" name="">
            <a:extLst xmlns:a="http://schemas.openxmlformats.org/drawingml/2006/main">
              <a:ext uri="{FF2B5EF4-FFF2-40B4-BE49-F238E27FC236}">
                <a16:creationId xmlns:a16="http://schemas.microsoft.com/office/drawing/2014/main" id="{5EFAD7C9-C46F-42D1-A413-D2110E4B8C7F}"/>
              </a:ext>
            </a:extLst>
          </p:cNvPr>
          <p:cNvSpPr>
            <a:spLocks xmlns:a="http://schemas.openxmlformats.org/drawingml/2006/main" noGrp="1"/>
          </p:cNvSpPr>
          <p:nvPr/>
        </p:nvSpPr>
        <p:spPr>
          <a:xfrm xmlns:a="http://schemas.openxmlformats.org/drawingml/2006/main">
            <a:off x="704850" y="2581275"/>
            <a:ext cx="2886075"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defRPr sz="1725" b="0">
                <a:solidFill>
                  <a:srgbClr val="17211F"/>
                </a:solidFill>
                <a:latin typeface="Segoe UI"/>
                <a:ea typeface="Segoe UI"/>
                <a:cs typeface="Segoe UI"/>
              </a:defRPr>
            </a:lvl1pPr>
            <a:lvl2pPr algn="l">
              <a:defRPr sz="1725" b="0">
                <a:solidFill>
                  <a:srgbClr val="17211F"/>
                </a:solidFill>
                <a:latin typeface="Segoe UI"/>
                <a:ea typeface="Segoe UI"/>
                <a:cs typeface="Segoe UI"/>
              </a:defRPr>
            </a:lvl2pPr>
            <a:lvl3pPr algn="l">
              <a:defRPr sz="1725" b="0">
                <a:solidFill>
                  <a:srgbClr val="17211F"/>
                </a:solidFill>
                <a:latin typeface="Segoe UI"/>
                <a:ea typeface="Segoe UI"/>
                <a:cs typeface="Segoe UI"/>
              </a:defRPr>
            </a:lvl3pPr>
            <a:lvl4pPr algn="l">
              <a:defRPr sz="1725" b="0">
                <a:solidFill>
                  <a:srgbClr val="17211F"/>
                </a:solidFill>
                <a:latin typeface="Segoe UI"/>
                <a:ea typeface="Segoe UI"/>
                <a:cs typeface="Segoe UI"/>
              </a:defRPr>
            </a:lvl4pPr>
            <a:lvl5pPr algn="l">
              <a:defRPr sz="1725" b="0">
                <a:solidFill>
                  <a:srgbClr val="17211F"/>
                </a:solidFill>
                <a:latin typeface="Segoe UI"/>
                <a:ea typeface="Segoe UI"/>
                <a:cs typeface="Segoe UI"/>
              </a:defRPr>
            </a:lvl5pPr>
            <a:lvl6pPr algn="l">
              <a:defRPr sz="1725" b="0">
                <a:solidFill>
                  <a:srgbClr val="17211F"/>
                </a:solidFill>
                <a:latin typeface="Segoe UI"/>
                <a:ea typeface="Segoe UI"/>
                <a:cs typeface="Segoe UI"/>
              </a:defRPr>
            </a:lvl6pPr>
            <a:lvl7pPr algn="l">
              <a:defRPr sz="1725" b="0">
                <a:solidFill>
                  <a:srgbClr val="17211F"/>
                </a:solidFill>
                <a:latin typeface="Segoe UI"/>
                <a:ea typeface="Segoe UI"/>
                <a:cs typeface="Segoe UI"/>
              </a:defRPr>
            </a:lvl7pPr>
            <a:lvl8pPr algn="l">
              <a:defRPr sz="1725" b="0">
                <a:solidFill>
                  <a:srgbClr val="17211F"/>
                </a:solidFill>
                <a:latin typeface="Segoe UI"/>
                <a:ea typeface="Segoe UI"/>
                <a:cs typeface="Segoe UI"/>
              </a:defRPr>
            </a:lvl8pPr>
            <a:lvl9pPr algn="l">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Desktop Windows local</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Auth, Catalog, lưu thông</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Kiểm kê và tìm kiếm trên main</a:t>
            </a:r>
          </a:p>
        </p:txBody>
      </p:sp>
      <p:sp>
        <p:nvSpPr>
          <p:cNvPr id="8" name="">
            <a:extLst xmlns:a="http://schemas.openxmlformats.org/drawingml/2006/main">
              <a:ext uri="{FF2B5EF4-FFF2-40B4-BE49-F238E27FC236}">
                <a16:creationId xmlns:a16="http://schemas.microsoft.com/office/drawing/2014/main" id="{F63F8DE6-FCDC-4371-9DF2-80D64FE45211}"/>
              </a:ext>
            </a:extLst>
          </p:cNvPr>
          <p:cNvSpPr>
            <a:spLocks xmlns:a="http://schemas.openxmlformats.org/drawingml/2006/main" noGrp="1"/>
          </p:cNvSpPr>
          <p:nvPr/>
        </p:nvSpPr>
        <p:spPr>
          <a:xfrm xmlns:a="http://schemas.openxmlformats.org/drawingml/2006/main">
            <a:off x="3886200" y="1952625"/>
            <a:ext cx="0" cy="333375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9" name="">
            <a:extLst xmlns:a="http://schemas.openxmlformats.org/drawingml/2006/main">
              <a:ext uri="{FF2B5EF4-FFF2-40B4-BE49-F238E27FC236}">
                <a16:creationId xmlns:a16="http://schemas.microsoft.com/office/drawing/2014/main" id="{2ACCC8C4-F7C1-43DD-81FD-F184FB22147A}"/>
              </a:ext>
            </a:extLst>
          </p:cNvPr>
          <p:cNvSpPr>
            <a:spLocks xmlns:a="http://schemas.openxmlformats.org/drawingml/2006/main" noGrp="1"/>
          </p:cNvSpPr>
          <p:nvPr/>
        </p:nvSpPr>
        <p:spPr>
          <a:xfrm xmlns:a="http://schemas.openxmlformats.org/drawingml/2006/main">
            <a:off x="4286250" y="1990725"/>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9D5B14"/>
                </a:solidFill>
                <a:latin typeface="Segoe UI"/>
                <a:ea typeface="Segoe UI"/>
                <a:cs typeface="Segoe UI"/>
              </a:defRPr>
            </a:defPPr>
            <a:lvl1pPr algn="l">
              <a:defRPr sz="2325" b="1">
                <a:solidFill>
                  <a:srgbClr val="9D5B14"/>
                </a:solidFill>
                <a:latin typeface="Segoe UI"/>
                <a:ea typeface="Segoe UI"/>
                <a:cs typeface="Segoe UI"/>
              </a:defRPr>
            </a:lvl1pPr>
            <a:lvl2pPr algn="l">
              <a:defRPr sz="2325" b="1">
                <a:solidFill>
                  <a:srgbClr val="9D5B14"/>
                </a:solidFill>
                <a:latin typeface="Segoe UI"/>
                <a:ea typeface="Segoe UI"/>
                <a:cs typeface="Segoe UI"/>
              </a:defRPr>
            </a:lvl2pPr>
            <a:lvl3pPr algn="l">
              <a:defRPr sz="2325" b="1">
                <a:solidFill>
                  <a:srgbClr val="9D5B14"/>
                </a:solidFill>
                <a:latin typeface="Segoe UI"/>
                <a:ea typeface="Segoe UI"/>
                <a:cs typeface="Segoe UI"/>
              </a:defRPr>
            </a:lvl3pPr>
            <a:lvl4pPr algn="l">
              <a:defRPr sz="2325" b="1">
                <a:solidFill>
                  <a:srgbClr val="9D5B14"/>
                </a:solidFill>
                <a:latin typeface="Segoe UI"/>
                <a:ea typeface="Segoe UI"/>
                <a:cs typeface="Segoe UI"/>
              </a:defRPr>
            </a:lvl4pPr>
            <a:lvl5pPr algn="l">
              <a:defRPr sz="2325" b="1">
                <a:solidFill>
                  <a:srgbClr val="9D5B14"/>
                </a:solidFill>
                <a:latin typeface="Segoe UI"/>
                <a:ea typeface="Segoe UI"/>
                <a:cs typeface="Segoe UI"/>
              </a:defRPr>
            </a:lvl5pPr>
            <a:lvl6pPr algn="l">
              <a:defRPr sz="2325" b="1">
                <a:solidFill>
                  <a:srgbClr val="9D5B14"/>
                </a:solidFill>
                <a:latin typeface="Segoe UI"/>
                <a:ea typeface="Segoe UI"/>
                <a:cs typeface="Segoe UI"/>
              </a:defRPr>
            </a:lvl6pPr>
            <a:lvl7pPr algn="l">
              <a:defRPr sz="2325" b="1">
                <a:solidFill>
                  <a:srgbClr val="9D5B14"/>
                </a:solidFill>
                <a:latin typeface="Segoe UI"/>
                <a:ea typeface="Segoe UI"/>
                <a:cs typeface="Segoe UI"/>
              </a:defRPr>
            </a:lvl7pPr>
            <a:lvl8pPr algn="l">
              <a:defRPr sz="2325" b="1">
                <a:solidFill>
                  <a:srgbClr val="9D5B14"/>
                </a:solidFill>
                <a:latin typeface="Segoe UI"/>
                <a:ea typeface="Segoe UI"/>
                <a:cs typeface="Segoe UI"/>
              </a:defRPr>
            </a:lvl8pPr>
            <a:lvl9pPr algn="l">
              <a:defRPr sz="2325" b="1">
                <a:solidFill>
                  <a:srgbClr val="9D5B14"/>
                </a:solidFill>
                <a:latin typeface="Segoe UI"/>
                <a:ea typeface="Segoe UI"/>
                <a:cs typeface="Segoe UI"/>
              </a:defRPr>
            </a:lvl9pPr>
          </a:lstStyle>
          <a:p xmlns:a="http://schemas.openxmlformats.org/drawingml/2006/main">
            <a:pPr algn="l">
              <a:lnSpc>
                <a:spcPct val="108000"/>
              </a:lnSpc>
              <a:buNone/>
              <a:defRPr sz="2325" b="1">
                <a:solidFill>
                  <a:srgbClr val="9D5B14"/>
                </a:solidFill>
                <a:latin typeface="Segoe UI"/>
                <a:ea typeface="Segoe UI"/>
                <a:cs typeface="Segoe UI"/>
              </a:defRPr>
            </a:pPr>
            <a:r>
              <a:rPr sz="2325" b="1">
                <a:solidFill>
                  <a:srgbClr val="9D5B14"/>
                </a:solidFill>
                <a:latin typeface="Segoe UI"/>
                <a:ea typeface="Segoe UI"/>
                <a:cs typeface="Segoe UI"/>
              </a:rPr>
              <a:t>Đang review</a:t>
            </a:r>
          </a:p>
        </p:txBody>
      </p:sp>
      <p:sp>
        <p:nvSpPr>
          <p:cNvPr id="10" name="">
            <a:extLst xmlns:a="http://schemas.openxmlformats.org/drawingml/2006/main">
              <a:ext uri="{FF2B5EF4-FFF2-40B4-BE49-F238E27FC236}">
                <a16:creationId xmlns:a16="http://schemas.microsoft.com/office/drawing/2014/main" id="{D61FCF78-D823-417A-B03C-39A0AB398226}"/>
              </a:ext>
            </a:extLst>
          </p:cNvPr>
          <p:cNvSpPr>
            <a:spLocks xmlns:a="http://schemas.openxmlformats.org/drawingml/2006/main" noGrp="1"/>
          </p:cNvSpPr>
          <p:nvPr/>
        </p:nvSpPr>
        <p:spPr>
          <a:xfrm xmlns:a="http://schemas.openxmlformats.org/drawingml/2006/main">
            <a:off x="4286250" y="2581275"/>
            <a:ext cx="3219450"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defRPr sz="1725" b="0">
                <a:solidFill>
                  <a:srgbClr val="17211F"/>
                </a:solidFill>
                <a:latin typeface="Segoe UI"/>
                <a:ea typeface="Segoe UI"/>
                <a:cs typeface="Segoe UI"/>
              </a:defRPr>
            </a:lvl1pPr>
            <a:lvl2pPr algn="l">
              <a:defRPr sz="1725" b="0">
                <a:solidFill>
                  <a:srgbClr val="17211F"/>
                </a:solidFill>
                <a:latin typeface="Segoe UI"/>
                <a:ea typeface="Segoe UI"/>
                <a:cs typeface="Segoe UI"/>
              </a:defRPr>
            </a:lvl2pPr>
            <a:lvl3pPr algn="l">
              <a:defRPr sz="1725" b="0">
                <a:solidFill>
                  <a:srgbClr val="17211F"/>
                </a:solidFill>
                <a:latin typeface="Segoe UI"/>
                <a:ea typeface="Segoe UI"/>
                <a:cs typeface="Segoe UI"/>
              </a:defRPr>
            </a:lvl3pPr>
            <a:lvl4pPr algn="l">
              <a:defRPr sz="1725" b="0">
                <a:solidFill>
                  <a:srgbClr val="17211F"/>
                </a:solidFill>
                <a:latin typeface="Segoe UI"/>
                <a:ea typeface="Segoe UI"/>
                <a:cs typeface="Segoe UI"/>
              </a:defRPr>
            </a:lvl4pPr>
            <a:lvl5pPr algn="l">
              <a:defRPr sz="1725" b="0">
                <a:solidFill>
                  <a:srgbClr val="17211F"/>
                </a:solidFill>
                <a:latin typeface="Segoe UI"/>
                <a:ea typeface="Segoe UI"/>
                <a:cs typeface="Segoe UI"/>
              </a:defRPr>
            </a:lvl5pPr>
            <a:lvl6pPr algn="l">
              <a:defRPr sz="1725" b="0">
                <a:solidFill>
                  <a:srgbClr val="17211F"/>
                </a:solidFill>
                <a:latin typeface="Segoe UI"/>
                <a:ea typeface="Segoe UI"/>
                <a:cs typeface="Segoe UI"/>
              </a:defRPr>
            </a:lvl6pPr>
            <a:lvl7pPr algn="l">
              <a:defRPr sz="1725" b="0">
                <a:solidFill>
                  <a:srgbClr val="17211F"/>
                </a:solidFill>
                <a:latin typeface="Segoe UI"/>
                <a:ea typeface="Segoe UI"/>
                <a:cs typeface="Segoe UI"/>
              </a:defRPr>
            </a:lvl7pPr>
            <a:lvl8pPr algn="l">
              <a:defRPr sz="1725" b="0">
                <a:solidFill>
                  <a:srgbClr val="17211F"/>
                </a:solidFill>
                <a:latin typeface="Segoe UI"/>
                <a:ea typeface="Segoe UI"/>
                <a:cs typeface="Segoe UI"/>
              </a:defRPr>
            </a:lvl8pPr>
            <a:lvl9pPr algn="l">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PR #25: Inventory query</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PR #27: lọc Alias, đề xuất nội bộ</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Phase 5–7 chưa chốt gate</a:t>
            </a:r>
          </a:p>
        </p:txBody>
      </p:sp>
      <p:sp>
        <p:nvSpPr>
          <p:cNvPr id="11" name="">
            <a:extLst xmlns:a="http://schemas.openxmlformats.org/drawingml/2006/main">
              <a:ext uri="{FF2B5EF4-FFF2-40B4-BE49-F238E27FC236}">
                <a16:creationId xmlns:a16="http://schemas.microsoft.com/office/drawing/2014/main" id="{6F059C0A-CBCD-43EE-A95C-A41DD375B8AD}"/>
              </a:ext>
            </a:extLst>
          </p:cNvPr>
          <p:cNvSpPr>
            <a:spLocks xmlns:a="http://schemas.openxmlformats.org/drawingml/2006/main" noGrp="1"/>
          </p:cNvSpPr>
          <p:nvPr/>
        </p:nvSpPr>
        <p:spPr>
          <a:xfrm xmlns:a="http://schemas.openxmlformats.org/drawingml/2006/main">
            <a:off x="7772400" y="1952625"/>
            <a:ext cx="0" cy="333375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12" name="">
            <a:extLst xmlns:a="http://schemas.openxmlformats.org/drawingml/2006/main">
              <a:ext uri="{FF2B5EF4-FFF2-40B4-BE49-F238E27FC236}">
                <a16:creationId xmlns:a16="http://schemas.microsoft.com/office/drawing/2014/main" id="{A5D9FADA-48DD-42A8-A250-920D6FCB1588}"/>
              </a:ext>
            </a:extLst>
          </p:cNvPr>
          <p:cNvSpPr>
            <a:spLocks xmlns:a="http://schemas.openxmlformats.org/drawingml/2006/main" noGrp="1"/>
          </p:cNvSpPr>
          <p:nvPr/>
        </p:nvSpPr>
        <p:spPr>
          <a:xfrm xmlns:a="http://schemas.openxmlformats.org/drawingml/2006/main">
            <a:off x="8181975" y="1990725"/>
            <a:ext cx="3267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C403C"/>
                </a:solidFill>
                <a:latin typeface="Segoe UI"/>
                <a:ea typeface="Segoe UI"/>
                <a:cs typeface="Segoe UI"/>
              </a:defRPr>
            </a:defPPr>
            <a:lvl1pPr algn="l">
              <a:defRPr sz="2325" b="1">
                <a:solidFill>
                  <a:srgbClr val="0C403C"/>
                </a:solidFill>
                <a:latin typeface="Segoe UI"/>
                <a:ea typeface="Segoe UI"/>
                <a:cs typeface="Segoe UI"/>
              </a:defRPr>
            </a:lvl1pPr>
            <a:lvl2pPr algn="l">
              <a:defRPr sz="2325" b="1">
                <a:solidFill>
                  <a:srgbClr val="0C403C"/>
                </a:solidFill>
                <a:latin typeface="Segoe UI"/>
                <a:ea typeface="Segoe UI"/>
                <a:cs typeface="Segoe UI"/>
              </a:defRPr>
            </a:lvl2pPr>
            <a:lvl3pPr algn="l">
              <a:defRPr sz="2325" b="1">
                <a:solidFill>
                  <a:srgbClr val="0C403C"/>
                </a:solidFill>
                <a:latin typeface="Segoe UI"/>
                <a:ea typeface="Segoe UI"/>
                <a:cs typeface="Segoe UI"/>
              </a:defRPr>
            </a:lvl3pPr>
            <a:lvl4pPr algn="l">
              <a:defRPr sz="2325" b="1">
                <a:solidFill>
                  <a:srgbClr val="0C403C"/>
                </a:solidFill>
                <a:latin typeface="Segoe UI"/>
                <a:ea typeface="Segoe UI"/>
                <a:cs typeface="Segoe UI"/>
              </a:defRPr>
            </a:lvl4pPr>
            <a:lvl5pPr algn="l">
              <a:defRPr sz="2325" b="1">
                <a:solidFill>
                  <a:srgbClr val="0C403C"/>
                </a:solidFill>
                <a:latin typeface="Segoe UI"/>
                <a:ea typeface="Segoe UI"/>
                <a:cs typeface="Segoe UI"/>
              </a:defRPr>
            </a:lvl5pPr>
            <a:lvl6pPr algn="l">
              <a:defRPr sz="2325" b="1">
                <a:solidFill>
                  <a:srgbClr val="0C403C"/>
                </a:solidFill>
                <a:latin typeface="Segoe UI"/>
                <a:ea typeface="Segoe UI"/>
                <a:cs typeface="Segoe UI"/>
              </a:defRPr>
            </a:lvl6pPr>
            <a:lvl7pPr algn="l">
              <a:defRPr sz="2325" b="1">
                <a:solidFill>
                  <a:srgbClr val="0C403C"/>
                </a:solidFill>
                <a:latin typeface="Segoe UI"/>
                <a:ea typeface="Segoe UI"/>
                <a:cs typeface="Segoe UI"/>
              </a:defRPr>
            </a:lvl7pPr>
            <a:lvl8pPr algn="l">
              <a:defRPr sz="2325" b="1">
                <a:solidFill>
                  <a:srgbClr val="0C403C"/>
                </a:solidFill>
                <a:latin typeface="Segoe UI"/>
                <a:ea typeface="Segoe UI"/>
                <a:cs typeface="Segoe UI"/>
              </a:defRPr>
            </a:lvl8pPr>
            <a:lvl9pPr algn="l">
              <a:defRPr sz="2325" b="1">
                <a:solidFill>
                  <a:srgbClr val="0C403C"/>
                </a:solidFill>
                <a:latin typeface="Segoe UI"/>
                <a:ea typeface="Segoe UI"/>
                <a:cs typeface="Segoe UI"/>
              </a:defRPr>
            </a:lvl9pPr>
          </a:lstStyle>
          <a:p xmlns:a="http://schemas.openxmlformats.org/drawingml/2006/main">
            <a:pPr algn="l">
              <a:lnSpc>
                <a:spcPct val="108000"/>
              </a:lnSpc>
              <a:buNone/>
              <a:defRPr sz="2325" b="1">
                <a:solidFill>
                  <a:srgbClr val="0C403C"/>
                </a:solidFill>
                <a:latin typeface="Segoe UI"/>
                <a:ea typeface="Segoe UI"/>
                <a:cs typeface="Segoe UI"/>
              </a:defRPr>
            </a:pPr>
            <a:r>
              <a:rPr sz="2325" b="1">
                <a:solidFill>
                  <a:srgbClr val="0C403C"/>
                </a:solidFill>
                <a:latin typeface="Segoe UI"/>
                <a:ea typeface="Segoe UI"/>
                <a:cs typeface="Segoe UI"/>
              </a:rPr>
              <a:t>Chưa phát hành</a:t>
            </a:r>
          </a:p>
        </p:txBody>
      </p:sp>
      <p:sp>
        <p:nvSpPr>
          <p:cNvPr id="13" name="">
            <a:extLst xmlns:a="http://schemas.openxmlformats.org/drawingml/2006/main">
              <a:ext uri="{FF2B5EF4-FFF2-40B4-BE49-F238E27FC236}">
                <a16:creationId xmlns:a16="http://schemas.microsoft.com/office/drawing/2014/main" id="{8E06B7DE-1B0E-4BBA-94E7-B5F8C586C5DD}"/>
              </a:ext>
            </a:extLst>
          </p:cNvPr>
          <p:cNvSpPr>
            <a:spLocks xmlns:a="http://schemas.openxmlformats.org/drawingml/2006/main" noGrp="1"/>
          </p:cNvSpPr>
          <p:nvPr/>
        </p:nvSpPr>
        <p:spPr>
          <a:xfrm xmlns:a="http://schemas.openxmlformats.org/drawingml/2006/main">
            <a:off x="8181975" y="2581275"/>
            <a:ext cx="3209925"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defRPr sz="1725" b="0">
                <a:solidFill>
                  <a:srgbClr val="17211F"/>
                </a:solidFill>
                <a:latin typeface="Segoe UI"/>
                <a:ea typeface="Segoe UI"/>
                <a:cs typeface="Segoe UI"/>
              </a:defRPr>
            </a:lvl1pPr>
            <a:lvl2pPr algn="l">
              <a:defRPr sz="1725" b="0">
                <a:solidFill>
                  <a:srgbClr val="17211F"/>
                </a:solidFill>
                <a:latin typeface="Segoe UI"/>
                <a:ea typeface="Segoe UI"/>
                <a:cs typeface="Segoe UI"/>
              </a:defRPr>
            </a:lvl2pPr>
            <a:lvl3pPr algn="l">
              <a:defRPr sz="1725" b="0">
                <a:solidFill>
                  <a:srgbClr val="17211F"/>
                </a:solidFill>
                <a:latin typeface="Segoe UI"/>
                <a:ea typeface="Segoe UI"/>
                <a:cs typeface="Segoe UI"/>
              </a:defRPr>
            </a:lvl3pPr>
            <a:lvl4pPr algn="l">
              <a:defRPr sz="1725" b="0">
                <a:solidFill>
                  <a:srgbClr val="17211F"/>
                </a:solidFill>
                <a:latin typeface="Segoe UI"/>
                <a:ea typeface="Segoe UI"/>
                <a:cs typeface="Segoe UI"/>
              </a:defRPr>
            </a:lvl4pPr>
            <a:lvl5pPr algn="l">
              <a:defRPr sz="1725" b="0">
                <a:solidFill>
                  <a:srgbClr val="17211F"/>
                </a:solidFill>
                <a:latin typeface="Segoe UI"/>
                <a:ea typeface="Segoe UI"/>
                <a:cs typeface="Segoe UI"/>
              </a:defRPr>
            </a:lvl5pPr>
            <a:lvl6pPr algn="l">
              <a:defRPr sz="1725" b="0">
                <a:solidFill>
                  <a:srgbClr val="17211F"/>
                </a:solidFill>
                <a:latin typeface="Segoe UI"/>
                <a:ea typeface="Segoe UI"/>
                <a:cs typeface="Segoe UI"/>
              </a:defRPr>
            </a:lvl6pPr>
            <a:lvl7pPr algn="l">
              <a:defRPr sz="1725" b="0">
                <a:solidFill>
                  <a:srgbClr val="17211F"/>
                </a:solidFill>
                <a:latin typeface="Segoe UI"/>
                <a:ea typeface="Segoe UI"/>
                <a:cs typeface="Segoe UI"/>
              </a:defRPr>
            </a:lvl7pPr>
            <a:lvl8pPr algn="l">
              <a:defRPr sz="1725" b="0">
                <a:solidFill>
                  <a:srgbClr val="17211F"/>
                </a:solidFill>
                <a:latin typeface="Segoe UI"/>
                <a:ea typeface="Segoe UI"/>
                <a:cs typeface="Segoe UI"/>
              </a:defRPr>
            </a:lvl8pPr>
            <a:lvl9pPr algn="l">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có pilot HTTPS thật</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ký số và auto-update</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nghiệm thu máy Windows thứ hai</a:t>
            </a:r>
          </a:p>
        </p:txBody>
      </p:sp>
    </p:spTree>
    <p:extLst>
      <p:ext uri="{BB962C8B-B14F-4D97-AF65-F5344CB8AC3E}">
        <p14:creationId xmlns:p14="http://schemas.microsoft.com/office/powerpoint/2010/main" val="824792472"/>
      </p:ext>
    </p:extLst>
  </p:cSld>
</p:sld>
</file>

<file path=ppt/slides/slide15.xml><?xml version="1.0" encoding="utf-8"?>
<p:sld xmlns:p="http://schemas.openxmlformats.org/presentationml/2006/main">
  <p:cSld>
    <p:bg>
      <p:bgPr>
        <a:solidFill xmlns:a="http://schemas.openxmlformats.org/drawingml/2006/main">
          <a:srgbClr val="0C40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79BFED-0100-4CEA-80AC-2A08AE809CC5}"/>
              </a:ext>
            </a:extLst>
          </p:cNvPr>
          <p:cNvSpPr>
            <a:spLocks xmlns:a="http://schemas.openxmlformats.org/drawingml/2006/main" noGrp="1"/>
          </p:cNvSpPr>
          <p:nvPr/>
        </p:nvSpPr>
        <p:spPr>
          <a:xfrm xmlns:a="http://schemas.openxmlformats.org/drawingml/2006/main">
            <a:off x="695325" y="638175"/>
            <a:ext cx="571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125" b="1">
                <a:solidFill>
                  <a:srgbClr val="BDE8CB"/>
                </a:solidFill>
                <a:latin typeface="Segoe UI"/>
                <a:ea typeface="Segoe UI"/>
                <a:cs typeface="Segoe UI"/>
              </a:defRPr>
            </a:defPPr>
            <a:lvl1pPr algn="l">
              <a:defRPr sz="4125" b="1">
                <a:solidFill>
                  <a:srgbClr val="BDE8CB"/>
                </a:solidFill>
                <a:latin typeface="Segoe UI"/>
                <a:ea typeface="Segoe UI"/>
                <a:cs typeface="Segoe UI"/>
              </a:defRPr>
            </a:lvl1pPr>
            <a:lvl2pPr algn="l">
              <a:defRPr sz="4125" b="1">
                <a:solidFill>
                  <a:srgbClr val="BDE8CB"/>
                </a:solidFill>
                <a:latin typeface="Segoe UI"/>
                <a:ea typeface="Segoe UI"/>
                <a:cs typeface="Segoe UI"/>
              </a:defRPr>
            </a:lvl2pPr>
            <a:lvl3pPr algn="l">
              <a:defRPr sz="4125" b="1">
                <a:solidFill>
                  <a:srgbClr val="BDE8CB"/>
                </a:solidFill>
                <a:latin typeface="Segoe UI"/>
                <a:ea typeface="Segoe UI"/>
                <a:cs typeface="Segoe UI"/>
              </a:defRPr>
            </a:lvl3pPr>
            <a:lvl4pPr algn="l">
              <a:defRPr sz="4125" b="1">
                <a:solidFill>
                  <a:srgbClr val="BDE8CB"/>
                </a:solidFill>
                <a:latin typeface="Segoe UI"/>
                <a:ea typeface="Segoe UI"/>
                <a:cs typeface="Segoe UI"/>
              </a:defRPr>
            </a:lvl4pPr>
            <a:lvl5pPr algn="l">
              <a:defRPr sz="4125" b="1">
                <a:solidFill>
                  <a:srgbClr val="BDE8CB"/>
                </a:solidFill>
                <a:latin typeface="Segoe UI"/>
                <a:ea typeface="Segoe UI"/>
                <a:cs typeface="Segoe UI"/>
              </a:defRPr>
            </a:lvl5pPr>
            <a:lvl6pPr algn="l">
              <a:defRPr sz="4125" b="1">
                <a:solidFill>
                  <a:srgbClr val="BDE8CB"/>
                </a:solidFill>
                <a:latin typeface="Segoe UI"/>
                <a:ea typeface="Segoe UI"/>
                <a:cs typeface="Segoe UI"/>
              </a:defRPr>
            </a:lvl6pPr>
            <a:lvl7pPr algn="l">
              <a:defRPr sz="4125" b="1">
                <a:solidFill>
                  <a:srgbClr val="BDE8CB"/>
                </a:solidFill>
                <a:latin typeface="Segoe UI"/>
                <a:ea typeface="Segoe UI"/>
                <a:cs typeface="Segoe UI"/>
              </a:defRPr>
            </a:lvl7pPr>
            <a:lvl8pPr algn="l">
              <a:defRPr sz="4125" b="1">
                <a:solidFill>
                  <a:srgbClr val="BDE8CB"/>
                </a:solidFill>
                <a:latin typeface="Segoe UI"/>
                <a:ea typeface="Segoe UI"/>
                <a:cs typeface="Segoe UI"/>
              </a:defRPr>
            </a:lvl8pPr>
            <a:lvl9pPr algn="l">
              <a:defRPr sz="4125" b="1">
                <a:solidFill>
                  <a:srgbClr val="BDE8CB"/>
                </a:solidFill>
                <a:latin typeface="Segoe UI"/>
                <a:ea typeface="Segoe UI"/>
                <a:cs typeface="Segoe UI"/>
              </a:defRPr>
            </a:lvl9pPr>
          </a:lstStyle>
          <a:p xmlns:a="http://schemas.openxmlformats.org/drawingml/2006/main">
            <a:pPr algn="l">
              <a:lnSpc>
                <a:spcPct val="108000"/>
              </a:lnSpc>
              <a:buNone/>
              <a:defRPr sz="4125" b="1">
                <a:solidFill>
                  <a:srgbClr val="BDE8CB"/>
                </a:solidFill>
                <a:latin typeface="Segoe UI"/>
                <a:ea typeface="Segoe UI"/>
                <a:cs typeface="Segoe UI"/>
              </a:defRPr>
            </a:pPr>
            <a:r>
              <a:rPr sz="4125" b="1">
                <a:solidFill>
                  <a:srgbClr val="BDE8CB"/>
                </a:solidFill>
                <a:latin typeface="Segoe UI"/>
                <a:ea typeface="Segoe UI"/>
                <a:cs typeface="Segoe UI"/>
              </a:rPr>
              <a:t>LAMS</a:t>
            </a:r>
          </a:p>
        </p:txBody>
      </p:sp>
      <p:sp>
        <p:nvSpPr>
          <p:cNvPr id="2" name="">
            <a:extLst xmlns:a="http://schemas.openxmlformats.org/drawingml/2006/main">
              <a:ext uri="{FF2B5EF4-FFF2-40B4-BE49-F238E27FC236}">
                <a16:creationId xmlns:a16="http://schemas.microsoft.com/office/drawing/2014/main" id="{CEF878C5-A175-4435-86E3-7F9BE5951B41}"/>
              </a:ext>
            </a:extLst>
          </p:cNvPr>
          <p:cNvSpPr>
            <a:spLocks xmlns:a="http://schemas.openxmlformats.org/drawingml/2006/main" noGrp="1"/>
          </p:cNvSpPr>
          <p:nvPr/>
        </p:nvSpPr>
        <p:spPr>
          <a:xfrm xmlns:a="http://schemas.openxmlformats.org/drawingml/2006/main">
            <a:off x="695325" y="1790700"/>
            <a:ext cx="105441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FFFF"/>
                </a:solidFill>
                <a:latin typeface="Segoe UI"/>
                <a:ea typeface="Segoe UI"/>
                <a:cs typeface="Segoe UI"/>
              </a:defRPr>
            </a:defPPr>
            <a:lvl1pPr algn="l">
              <a:defRPr sz="3150" b="1">
                <a:solidFill>
                  <a:srgbClr val="FFFFFF"/>
                </a:solidFill>
                <a:latin typeface="Segoe UI"/>
                <a:ea typeface="Segoe UI"/>
                <a:cs typeface="Segoe UI"/>
              </a:defRPr>
            </a:lvl1pPr>
            <a:lvl2pPr algn="l">
              <a:defRPr sz="3150" b="1">
                <a:solidFill>
                  <a:srgbClr val="FFFFFF"/>
                </a:solidFill>
                <a:latin typeface="Segoe UI"/>
                <a:ea typeface="Segoe UI"/>
                <a:cs typeface="Segoe UI"/>
              </a:defRPr>
            </a:lvl2pPr>
            <a:lvl3pPr algn="l">
              <a:defRPr sz="3150" b="1">
                <a:solidFill>
                  <a:srgbClr val="FFFFFF"/>
                </a:solidFill>
                <a:latin typeface="Segoe UI"/>
                <a:ea typeface="Segoe UI"/>
                <a:cs typeface="Segoe UI"/>
              </a:defRPr>
            </a:lvl3pPr>
            <a:lvl4pPr algn="l">
              <a:defRPr sz="3150" b="1">
                <a:solidFill>
                  <a:srgbClr val="FFFFFF"/>
                </a:solidFill>
                <a:latin typeface="Segoe UI"/>
                <a:ea typeface="Segoe UI"/>
                <a:cs typeface="Segoe UI"/>
              </a:defRPr>
            </a:lvl4pPr>
            <a:lvl5pPr algn="l">
              <a:defRPr sz="3150" b="1">
                <a:solidFill>
                  <a:srgbClr val="FFFFFF"/>
                </a:solidFill>
                <a:latin typeface="Segoe UI"/>
                <a:ea typeface="Segoe UI"/>
                <a:cs typeface="Segoe UI"/>
              </a:defRPr>
            </a:lvl5pPr>
            <a:lvl6pPr algn="l">
              <a:defRPr sz="3150" b="1">
                <a:solidFill>
                  <a:srgbClr val="FFFFFF"/>
                </a:solidFill>
                <a:latin typeface="Segoe UI"/>
                <a:ea typeface="Segoe UI"/>
                <a:cs typeface="Segoe UI"/>
              </a:defRPr>
            </a:lvl6pPr>
            <a:lvl7pPr algn="l">
              <a:defRPr sz="3150" b="1">
                <a:solidFill>
                  <a:srgbClr val="FFFFFF"/>
                </a:solidFill>
                <a:latin typeface="Segoe UI"/>
                <a:ea typeface="Segoe UI"/>
                <a:cs typeface="Segoe UI"/>
              </a:defRPr>
            </a:lvl7pPr>
            <a:lvl8pPr algn="l">
              <a:defRPr sz="3150" b="1">
                <a:solidFill>
                  <a:srgbClr val="FFFFFF"/>
                </a:solidFill>
                <a:latin typeface="Segoe UI"/>
                <a:ea typeface="Segoe UI"/>
                <a:cs typeface="Segoe UI"/>
              </a:defRPr>
            </a:lvl8pPr>
            <a:lvl9pPr algn="l">
              <a:defRPr sz="3150" b="1">
                <a:solidFill>
                  <a:srgbClr val="FFFFFF"/>
                </a:solidFill>
                <a:latin typeface="Segoe UI"/>
                <a:ea typeface="Segoe UI"/>
                <a:cs typeface="Segoe UI"/>
              </a:defRPr>
            </a:lvl9pPr>
          </a:lstStyle>
          <a:p xmlns:a="http://schemas.openxmlformats.org/drawingml/2006/main">
            <a:pPr algn="l">
              <a:lnSpc>
                <a:spcPct val="108000"/>
              </a:lnSpc>
              <a:buNone/>
              <a:defRPr sz="3150" b="1">
                <a:solidFill>
                  <a:srgbClr val="FFFFFF"/>
                </a:solidFill>
                <a:latin typeface="Segoe UI"/>
                <a:ea typeface="Segoe UI"/>
                <a:cs typeface="Segoe UI"/>
              </a:defRPr>
            </a:pPr>
            <a:r>
              <a:rPr sz="3150" b="1">
                <a:solidFill>
                  <a:srgbClr val="FFFFFF"/>
                </a:solidFill>
                <a:latin typeface="Segoe UI"/>
                <a:ea typeface="Segoe UI"/>
                <a:cs typeface="Segoe UI"/>
              </a:rPr>
              <a:t>Một hệ thống thư viện có thể chạy và kiểm chứng trên Windows local</a:t>
            </a:r>
          </a:p>
        </p:txBody>
      </p:sp>
      <p:sp>
        <p:nvSpPr>
          <p:cNvPr id="3" name="">
            <a:extLst xmlns:a="http://schemas.openxmlformats.org/drawingml/2006/main">
              <a:ext uri="{FF2B5EF4-FFF2-40B4-BE49-F238E27FC236}">
                <a16:creationId xmlns:a16="http://schemas.microsoft.com/office/drawing/2014/main" id="{E7F0076E-469E-457B-88B8-D0D237D95CBC}"/>
              </a:ext>
            </a:extLst>
          </p:cNvPr>
          <p:cNvSpPr>
            <a:spLocks xmlns:a="http://schemas.openxmlformats.org/drawingml/2006/main" noGrp="1"/>
          </p:cNvSpPr>
          <p:nvPr/>
        </p:nvSpPr>
        <p:spPr>
          <a:xfrm xmlns:a="http://schemas.openxmlformats.org/drawingml/2006/main">
            <a:off x="695325" y="3619500"/>
            <a:ext cx="10534650" cy="0"/>
          </a:xfrm>
          <a:prstGeom xmlns:a="http://schemas.openxmlformats.org/drawingml/2006/main" prst="line">
            <a:avLst/>
          </a:prstGeom>
          <a:noFill xmlns:a="http://schemas.openxmlformats.org/drawingml/2006/main"/>
          <a:ln xmlns:a="http://schemas.openxmlformats.org/drawingml/2006/main" w="19050">
            <a:solidFill>
              <a:srgbClr val="77BCA6"/>
            </a:solidFill>
            <a:prstDash val="solid"/>
          </a:ln>
        </p:spPr>
      </p:sp>
      <p:sp>
        <p:nvSpPr>
          <p:cNvPr id="4" name="">
            <a:extLst xmlns:a="http://schemas.openxmlformats.org/drawingml/2006/main">
              <a:ext uri="{FF2B5EF4-FFF2-40B4-BE49-F238E27FC236}">
                <a16:creationId xmlns:a16="http://schemas.microsoft.com/office/drawing/2014/main" id="{62FFF7BF-757C-4424-963A-281A29092085}"/>
              </a:ext>
            </a:extLst>
          </p:cNvPr>
          <p:cNvSpPr>
            <a:spLocks xmlns:a="http://schemas.openxmlformats.org/drawingml/2006/main" noGrp="1"/>
          </p:cNvSpPr>
          <p:nvPr/>
        </p:nvSpPr>
        <p:spPr>
          <a:xfrm xmlns:a="http://schemas.openxmlformats.org/drawingml/2006/main">
            <a:off x="695325" y="3990975"/>
            <a:ext cx="4667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BDE8CB"/>
                </a:solidFill>
                <a:latin typeface="Segoe UI"/>
                <a:ea typeface="Segoe UI"/>
                <a:cs typeface="Segoe UI"/>
              </a:defRPr>
            </a:defPPr>
            <a:lvl1pPr algn="l">
              <a:defRPr sz="1950" b="1">
                <a:solidFill>
                  <a:srgbClr val="BDE8CB"/>
                </a:solidFill>
                <a:latin typeface="Segoe UI"/>
                <a:ea typeface="Segoe UI"/>
                <a:cs typeface="Segoe UI"/>
              </a:defRPr>
            </a:lvl1pPr>
            <a:lvl2pPr algn="l">
              <a:defRPr sz="1950" b="1">
                <a:solidFill>
                  <a:srgbClr val="BDE8CB"/>
                </a:solidFill>
                <a:latin typeface="Segoe UI"/>
                <a:ea typeface="Segoe UI"/>
                <a:cs typeface="Segoe UI"/>
              </a:defRPr>
            </a:lvl2pPr>
            <a:lvl3pPr algn="l">
              <a:defRPr sz="1950" b="1">
                <a:solidFill>
                  <a:srgbClr val="BDE8CB"/>
                </a:solidFill>
                <a:latin typeface="Segoe UI"/>
                <a:ea typeface="Segoe UI"/>
                <a:cs typeface="Segoe UI"/>
              </a:defRPr>
            </a:lvl3pPr>
            <a:lvl4pPr algn="l">
              <a:defRPr sz="1950" b="1">
                <a:solidFill>
                  <a:srgbClr val="BDE8CB"/>
                </a:solidFill>
                <a:latin typeface="Segoe UI"/>
                <a:ea typeface="Segoe UI"/>
                <a:cs typeface="Segoe UI"/>
              </a:defRPr>
            </a:lvl4pPr>
            <a:lvl5pPr algn="l">
              <a:defRPr sz="1950" b="1">
                <a:solidFill>
                  <a:srgbClr val="BDE8CB"/>
                </a:solidFill>
                <a:latin typeface="Segoe UI"/>
                <a:ea typeface="Segoe UI"/>
                <a:cs typeface="Segoe UI"/>
              </a:defRPr>
            </a:lvl5pPr>
            <a:lvl6pPr algn="l">
              <a:defRPr sz="1950" b="1">
                <a:solidFill>
                  <a:srgbClr val="BDE8CB"/>
                </a:solidFill>
                <a:latin typeface="Segoe UI"/>
                <a:ea typeface="Segoe UI"/>
                <a:cs typeface="Segoe UI"/>
              </a:defRPr>
            </a:lvl6pPr>
            <a:lvl7pPr algn="l">
              <a:defRPr sz="1950" b="1">
                <a:solidFill>
                  <a:srgbClr val="BDE8CB"/>
                </a:solidFill>
                <a:latin typeface="Segoe UI"/>
                <a:ea typeface="Segoe UI"/>
                <a:cs typeface="Segoe UI"/>
              </a:defRPr>
            </a:lvl7pPr>
            <a:lvl8pPr algn="l">
              <a:defRPr sz="1950" b="1">
                <a:solidFill>
                  <a:srgbClr val="BDE8CB"/>
                </a:solidFill>
                <a:latin typeface="Segoe UI"/>
                <a:ea typeface="Segoe UI"/>
                <a:cs typeface="Segoe UI"/>
              </a:defRPr>
            </a:lvl8pPr>
            <a:lvl9pPr algn="l">
              <a:defRPr sz="1950" b="1">
                <a:solidFill>
                  <a:srgbClr val="BDE8CB"/>
                </a:solidFill>
                <a:latin typeface="Segoe UI"/>
                <a:ea typeface="Segoe UI"/>
                <a:cs typeface="Segoe UI"/>
              </a:defRPr>
            </a:lvl9pPr>
          </a:lstStyle>
          <a:p xmlns:a="http://schemas.openxmlformats.org/drawingml/2006/main">
            <a:pPr algn="l">
              <a:lnSpc>
                <a:spcPct val="108000"/>
              </a:lnSpc>
              <a:buNone/>
              <a:defRPr sz="1950" b="1">
                <a:solidFill>
                  <a:srgbClr val="BDE8CB"/>
                </a:solidFill>
                <a:latin typeface="Segoe UI"/>
                <a:ea typeface="Segoe UI"/>
                <a:cs typeface="Segoe UI"/>
              </a:defRPr>
            </a:pPr>
            <a:r>
              <a:rPr sz="1950" b="1">
                <a:solidFill>
                  <a:srgbClr val="BDE8CB"/>
                </a:solidFill>
                <a:latin typeface="Segoe UI"/>
                <a:ea typeface="Segoe UI"/>
                <a:cs typeface="Segoe UI"/>
              </a:rPr>
              <a:t>Phân công Phase 5–7</a:t>
            </a:r>
          </a:p>
        </p:txBody>
      </p:sp>
      <p:sp>
        <p:nvSpPr>
          <p:cNvPr id="5" name="">
            <a:extLst xmlns:a="http://schemas.openxmlformats.org/drawingml/2006/main">
              <a:ext uri="{FF2B5EF4-FFF2-40B4-BE49-F238E27FC236}">
                <a16:creationId xmlns:a16="http://schemas.microsoft.com/office/drawing/2014/main" id="{29550CA8-1562-4D8B-9F4A-B23A5972ACA3}"/>
              </a:ext>
            </a:extLst>
          </p:cNvPr>
          <p:cNvSpPr>
            <a:spLocks xmlns:a="http://schemas.openxmlformats.org/drawingml/2006/main" noGrp="1"/>
          </p:cNvSpPr>
          <p:nvPr/>
        </p:nvSpPr>
        <p:spPr>
          <a:xfrm xmlns:a="http://schemas.openxmlformats.org/drawingml/2006/main">
            <a:off x="695325" y="4552950"/>
            <a:ext cx="105537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FFFFF"/>
                </a:solidFill>
                <a:latin typeface="Segoe UI"/>
                <a:ea typeface="Segoe UI"/>
                <a:cs typeface="Segoe UI"/>
              </a:defRPr>
            </a:defPPr>
            <a:lvl1pPr algn="l">
              <a:defRPr sz="1725" b="0">
                <a:solidFill>
                  <a:srgbClr val="FFFFFF"/>
                </a:solidFill>
                <a:latin typeface="Segoe UI"/>
                <a:ea typeface="Segoe UI"/>
                <a:cs typeface="Segoe UI"/>
              </a:defRPr>
            </a:lvl1pPr>
            <a:lvl2pPr algn="l">
              <a:defRPr sz="1725" b="0">
                <a:solidFill>
                  <a:srgbClr val="FFFFFF"/>
                </a:solidFill>
                <a:latin typeface="Segoe UI"/>
                <a:ea typeface="Segoe UI"/>
                <a:cs typeface="Segoe UI"/>
              </a:defRPr>
            </a:lvl2pPr>
            <a:lvl3pPr algn="l">
              <a:defRPr sz="1725" b="0">
                <a:solidFill>
                  <a:srgbClr val="FFFFFF"/>
                </a:solidFill>
                <a:latin typeface="Segoe UI"/>
                <a:ea typeface="Segoe UI"/>
                <a:cs typeface="Segoe UI"/>
              </a:defRPr>
            </a:lvl3pPr>
            <a:lvl4pPr algn="l">
              <a:defRPr sz="1725" b="0">
                <a:solidFill>
                  <a:srgbClr val="FFFFFF"/>
                </a:solidFill>
                <a:latin typeface="Segoe UI"/>
                <a:ea typeface="Segoe UI"/>
                <a:cs typeface="Segoe UI"/>
              </a:defRPr>
            </a:lvl4pPr>
            <a:lvl5pPr algn="l">
              <a:defRPr sz="1725" b="0">
                <a:solidFill>
                  <a:srgbClr val="FFFFFF"/>
                </a:solidFill>
                <a:latin typeface="Segoe UI"/>
                <a:ea typeface="Segoe UI"/>
                <a:cs typeface="Segoe UI"/>
              </a:defRPr>
            </a:lvl5pPr>
            <a:lvl6pPr algn="l">
              <a:defRPr sz="1725" b="0">
                <a:solidFill>
                  <a:srgbClr val="FFFFFF"/>
                </a:solidFill>
                <a:latin typeface="Segoe UI"/>
                <a:ea typeface="Segoe UI"/>
                <a:cs typeface="Segoe UI"/>
              </a:defRPr>
            </a:lvl6pPr>
            <a:lvl7pPr algn="l">
              <a:defRPr sz="1725" b="0">
                <a:solidFill>
                  <a:srgbClr val="FFFFFF"/>
                </a:solidFill>
                <a:latin typeface="Segoe UI"/>
                <a:ea typeface="Segoe UI"/>
                <a:cs typeface="Segoe UI"/>
              </a:defRPr>
            </a:lvl7pPr>
            <a:lvl8pPr algn="l">
              <a:defRPr sz="1725" b="0">
                <a:solidFill>
                  <a:srgbClr val="FFFFFF"/>
                </a:solidFill>
                <a:latin typeface="Segoe UI"/>
                <a:ea typeface="Segoe UI"/>
                <a:cs typeface="Segoe UI"/>
              </a:defRPr>
            </a:lvl8pPr>
            <a:lvl9pPr algn="l">
              <a:defRPr sz="1725" b="0">
                <a:solidFill>
                  <a:srgbClr val="FFFFFF"/>
                </a:solidFill>
                <a:latin typeface="Segoe UI"/>
                <a:ea typeface="Segoe UI"/>
                <a:cs typeface="Segoe UI"/>
              </a:defRPr>
            </a:lvl9pPr>
          </a:lstStyle>
          <a:p xmlns:a="http://schemas.openxmlformats.org/drawingml/2006/main">
            <a:pPr algn="l">
              <a:lnSpc>
                <a:spcPct val="108000"/>
              </a:lnSpc>
              <a:buNone/>
              <a:defRPr sz="1725" b="0">
                <a:solidFill>
                  <a:srgbClr val="FFFFFF"/>
                </a:solidFill>
                <a:latin typeface="Segoe UI"/>
                <a:ea typeface="Segoe UI"/>
                <a:cs typeface="Segoe UI"/>
              </a:defRPr>
            </a:pPr>
            <a:r>
              <a:rPr sz="1725" b="0">
                <a:solidFill>
                  <a:srgbClr val="FFFFFF"/>
                </a:solidFill>
                <a:latin typeface="Segoe UI"/>
                <a:ea typeface="Segoe UI"/>
                <a:cs typeface="Segoe UI"/>
              </a:rPr>
              <a:t>Tuấn: phiên kiểm kê/UI, tích hợp Search, workflow đề xuất.</a:t>
            </a:r>
          </a:p>
          <a:p xmlns:a="http://schemas.openxmlformats.org/drawingml/2006/main">
            <a:pPr algn="l">
              <a:lnSpc>
                <a:spcPct val="108000"/>
              </a:lnSpc>
              <a:buNone/>
              <a:defRPr sz="1725" b="0">
                <a:solidFill>
                  <a:srgbClr val="FFFFFF"/>
                </a:solidFill>
                <a:latin typeface="Segoe UI"/>
                <a:ea typeface="Segoe UI"/>
                <a:cs typeface="Segoe UI"/>
              </a:defRPr>
            </a:pPr>
            <a:r>
              <a:rPr sz="1725" b="0">
                <a:solidFill>
                  <a:srgbClr val="FFFFFF"/>
                </a:solidFill>
                <a:latin typeface="Segoe UI"/>
                <a:ea typeface="Segoe UI"/>
                <a:cs typeface="Segoe UI"/>
              </a:rPr>
              <a:t>Toàn: truy vấn kiểm kê, Category Alias, nguồn báo cáo/CSV.</a:t>
            </a:r>
          </a:p>
        </p:txBody>
      </p:sp>
      <p:sp>
        <p:nvSpPr>
          <p:cNvPr id="6" name="">
            <a:extLst xmlns:a="http://schemas.openxmlformats.org/drawingml/2006/main">
              <a:ext uri="{FF2B5EF4-FFF2-40B4-BE49-F238E27FC236}">
                <a16:creationId xmlns:a16="http://schemas.microsoft.com/office/drawing/2014/main" id="{68E15CF3-2D1B-49BC-A1B4-B9A9DBE19C04}"/>
              </a:ext>
            </a:extLst>
          </p:cNvPr>
          <p:cNvSpPr>
            <a:spLocks xmlns:a="http://schemas.openxmlformats.org/drawingml/2006/main" noGrp="1"/>
          </p:cNvSpPr>
          <p:nvPr/>
        </p:nvSpPr>
        <p:spPr>
          <a:xfrm xmlns:a="http://schemas.openxmlformats.org/drawingml/2006/main">
            <a:off x="695325" y="60198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DCEEE7"/>
                </a:solidFill>
                <a:latin typeface="Segoe UI"/>
                <a:ea typeface="Segoe UI"/>
                <a:cs typeface="Segoe UI"/>
              </a:defRPr>
            </a:defPPr>
            <a:lvl1pPr algn="l">
              <a:defRPr sz="1425" b="0">
                <a:solidFill>
                  <a:srgbClr val="DCEEE7"/>
                </a:solidFill>
                <a:latin typeface="Segoe UI"/>
                <a:ea typeface="Segoe UI"/>
                <a:cs typeface="Segoe UI"/>
              </a:defRPr>
            </a:lvl1pPr>
            <a:lvl2pPr algn="l">
              <a:defRPr sz="1425" b="0">
                <a:solidFill>
                  <a:srgbClr val="DCEEE7"/>
                </a:solidFill>
                <a:latin typeface="Segoe UI"/>
                <a:ea typeface="Segoe UI"/>
                <a:cs typeface="Segoe UI"/>
              </a:defRPr>
            </a:lvl2pPr>
            <a:lvl3pPr algn="l">
              <a:defRPr sz="1425" b="0">
                <a:solidFill>
                  <a:srgbClr val="DCEEE7"/>
                </a:solidFill>
                <a:latin typeface="Segoe UI"/>
                <a:ea typeface="Segoe UI"/>
                <a:cs typeface="Segoe UI"/>
              </a:defRPr>
            </a:lvl3pPr>
            <a:lvl4pPr algn="l">
              <a:defRPr sz="1425" b="0">
                <a:solidFill>
                  <a:srgbClr val="DCEEE7"/>
                </a:solidFill>
                <a:latin typeface="Segoe UI"/>
                <a:ea typeface="Segoe UI"/>
                <a:cs typeface="Segoe UI"/>
              </a:defRPr>
            </a:lvl4pPr>
            <a:lvl5pPr algn="l">
              <a:defRPr sz="1425" b="0">
                <a:solidFill>
                  <a:srgbClr val="DCEEE7"/>
                </a:solidFill>
                <a:latin typeface="Segoe UI"/>
                <a:ea typeface="Segoe UI"/>
                <a:cs typeface="Segoe UI"/>
              </a:defRPr>
            </a:lvl5pPr>
            <a:lvl6pPr algn="l">
              <a:defRPr sz="1425" b="0">
                <a:solidFill>
                  <a:srgbClr val="DCEEE7"/>
                </a:solidFill>
                <a:latin typeface="Segoe UI"/>
                <a:ea typeface="Segoe UI"/>
                <a:cs typeface="Segoe UI"/>
              </a:defRPr>
            </a:lvl6pPr>
            <a:lvl7pPr algn="l">
              <a:defRPr sz="1425" b="0">
                <a:solidFill>
                  <a:srgbClr val="DCEEE7"/>
                </a:solidFill>
                <a:latin typeface="Segoe UI"/>
                <a:ea typeface="Segoe UI"/>
                <a:cs typeface="Segoe UI"/>
              </a:defRPr>
            </a:lvl7pPr>
            <a:lvl8pPr algn="l">
              <a:defRPr sz="1425" b="0">
                <a:solidFill>
                  <a:srgbClr val="DCEEE7"/>
                </a:solidFill>
                <a:latin typeface="Segoe UI"/>
                <a:ea typeface="Segoe UI"/>
                <a:cs typeface="Segoe UI"/>
              </a:defRPr>
            </a:lvl8pPr>
            <a:lvl9pPr algn="l">
              <a:defRPr sz="1425" b="0">
                <a:solidFill>
                  <a:srgbClr val="DCEEE7"/>
                </a:solidFill>
                <a:latin typeface="Segoe UI"/>
                <a:ea typeface="Segoe UI"/>
                <a:cs typeface="Segoe UI"/>
              </a:defRPr>
            </a:lvl9pPr>
          </a:lstStyle>
          <a:p xmlns:a="http://schemas.openxmlformats.org/drawingml/2006/main">
            <a:pPr algn="l">
              <a:lnSpc>
                <a:spcPct val="108000"/>
              </a:lnSpc>
              <a:buNone/>
              <a:defRPr sz="1425" b="0">
                <a:solidFill>
                  <a:srgbClr val="DCEEE7"/>
                </a:solidFill>
                <a:latin typeface="Segoe UI"/>
                <a:ea typeface="Segoe UI"/>
                <a:cs typeface="Segoe UI"/>
              </a:defRPr>
            </a:pPr>
            <a:r>
              <a:rPr sz="1425" b="0">
                <a:solidFill>
                  <a:srgbClr val="DCEEE7"/>
                </a:solidFill>
                <a:latin typeface="Segoe UI"/>
                <a:ea typeface="Segoe UI"/>
                <a:cs typeface="Segoe UI"/>
              </a:rPr>
              <a:t>Bước tiếp theo: khép PR #25 và #27, kiểm demo và CI trên main.</a:t>
            </a:r>
          </a:p>
        </p:txBody>
      </p:sp>
    </p:spTree>
    <p:extLst>
      <p:ext uri="{BB962C8B-B14F-4D97-AF65-F5344CB8AC3E}">
        <p14:creationId xmlns:p14="http://schemas.microsoft.com/office/powerpoint/2010/main" val="6957906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2026-10-25T23:32:22.0010000Z</dcterms:created>
  <dcterms:modified xsi:type="dcterms:W3CDTF">2026-10-25T23:32:22.0010000Z</dcterms:modified>
</coreProperties>
</file>