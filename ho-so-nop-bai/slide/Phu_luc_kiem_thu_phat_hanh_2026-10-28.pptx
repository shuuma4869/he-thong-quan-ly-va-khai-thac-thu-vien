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9c265d3ea44d3f" /><Relationship Type="http://schemas.openxmlformats.org/officeDocument/2006/relationships/extended-properties" Target="/docProps/app.xml" Id="Rdde072958f1547a2" /><Relationship Type="http://schemas.openxmlformats.org/officeDocument/2006/relationships/officeDocument" Target="/ppt/presentation.xml" Id="R8923b29f150a4b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019d3ea0ba4564"/>
  </p:sldMasterIdLst>
  <p:notesMasterIdLst>
    <p:notesMasterId xmlns:r="http://schemas.openxmlformats.org/officeDocument/2006/relationships" r:id="R2b525915c896463a"/>
  </p:notesMasterIdLst>
  <p:sldIdLst>
    <p:sldId xmlns:r="http://schemas.openxmlformats.org/officeDocument/2006/relationships" id="256" r:id="Rad87079f4bbd4bc0"/>
    <p:sldId xmlns:r="http://schemas.openxmlformats.org/officeDocument/2006/relationships" id="257" r:id="R07b1d0b9218e4415"/>
    <p:sldId xmlns:r="http://schemas.openxmlformats.org/officeDocument/2006/relationships" id="258" r:id="R2914696fae1e4d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d244c7f746416d" /><Relationship Type="http://schemas.openxmlformats.org/officeDocument/2006/relationships/slideMaster" Target="/ppt/slideMasters/slideMaster1.xml" Id="R6d019d3ea0ba4564" /><Relationship Type="http://schemas.openxmlformats.org/officeDocument/2006/relationships/notesMaster" Target="/ppt/notesMasters/notesMaster1.xml" Id="R2b525915c896463a" /><Relationship Type="http://schemas.openxmlformats.org/officeDocument/2006/relationships/presProps" Target="/ppt/presProps.xml" Id="R46d5d9473b5f41f2" /><Relationship Type="http://schemas.openxmlformats.org/officeDocument/2006/relationships/tableStyles" Target="/ppt/tableStyles.xml" Id="R85bbdf76fe8d4d7e" /><Relationship Type="http://schemas.openxmlformats.org/officeDocument/2006/relationships/slide" Target="/ppt/slides/slide1.xml" Id="Rad87079f4bbd4bc0" /><Relationship Type="http://schemas.openxmlformats.org/officeDocument/2006/relationships/slide" Target="/ppt/slides/slide2.xml" Id="R07b1d0b9218e4415" /><Relationship Type="http://schemas.openxmlformats.org/officeDocument/2006/relationships/slide" Target="/ppt/slides/slide3.xml" Id="R2914696fae1e4d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b701d5bc2a4e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5f41a4967a4454" /><Relationship Type="http://schemas.openxmlformats.org/officeDocument/2006/relationships/notesMaster" Target="/ppt/notesMasters/notesMaster1.xml" Id="Rad243b4b5afb47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856f3bc1da4cb3" /><Relationship Type="http://schemas.openxmlformats.org/officeDocument/2006/relationships/notesMaster" Target="/ppt/notesMasters/notesMaster1.xml" Id="R7b2058a1ffdf40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9381a60f874b8d" /><Relationship Type="http://schemas.openxmlformats.org/officeDocument/2006/relationships/notesMaster" Target="/ppt/notesMasters/notesMaster1.xml" Id="R42923c3faf824f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67277dce6042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0d29cc674240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f6aac467114a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147167f8fd412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070493fa13479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2f5a15ecf34b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CE331B-8713-490C-A89B-30E4E3C77C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4CA0E1D-CF82-4D28-B78D-7B2735BF3F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B97B71C-64C5-4D98-ADFE-40FF58A58A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495274-5356-44EB-9EBF-057799AD5E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681ABA6-E789-4F5A-A953-165540F8E8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800ADB0-6140-4310-A550-AB60A064EA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C35D50-EDD9-48F5-958B-39CE30F1F0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8921BE4-1A6F-40FA-9903-4A39762B938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847615-58F3-4984-A5AB-90A1DA2BF7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639567-1ABB-4002-AF74-B5AC3A6E8D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221a6f79d54ab4" /><Relationship Type="http://schemas.openxmlformats.org/officeDocument/2006/relationships/slideLayout" Target="/ppt/slideLayouts/slideLayout1.xml" Id="Rf0631f4f5c1a4b1c" /><Relationship Type="http://schemas.openxmlformats.org/officeDocument/2006/relationships/slideLayout" Target="/ppt/slideLayouts/slideLayout2.xml" Id="Refe7f5e8b3594b06" /><Relationship Type="http://schemas.openxmlformats.org/officeDocument/2006/relationships/slideLayout" Target="/ppt/slideLayouts/slideLayout3.xml" Id="Raae7be1109324f6a" /><Relationship Type="http://schemas.openxmlformats.org/officeDocument/2006/relationships/slideLayout" Target="/ppt/slideLayouts/slideLayout4.xml" Id="R914ce59e284e4c0a" /><Relationship Type="http://schemas.openxmlformats.org/officeDocument/2006/relationships/slideLayout" Target="/ppt/slideLayouts/slideLayout5.xml" Id="R0bd97fd2644c4da2" /><Relationship Type="http://schemas.openxmlformats.org/officeDocument/2006/relationships/slideLayout" Target="/ppt/slideLayouts/slideLayout6.xml" Id="R46b1d8fe9df74d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631f4f5c1a4b1c"/>
    <p:sldLayoutId xmlns:r="http://schemas.openxmlformats.org/officeDocument/2006/relationships" id="2147483650" r:id="Refe7f5e8b3594b06"/>
    <p:sldLayoutId xmlns:r="http://schemas.openxmlformats.org/officeDocument/2006/relationships" id="2147483651" r:id="Raae7be1109324f6a"/>
    <p:sldLayoutId xmlns:r="http://schemas.openxmlformats.org/officeDocument/2006/relationships" id="2147483652" r:id="R914ce59e284e4c0a"/>
    <p:sldLayoutId xmlns:r="http://schemas.openxmlformats.org/officeDocument/2006/relationships" id="2147483653" r:id="R0bd97fd2644c4da2"/>
    <p:sldLayoutId xmlns:r="http://schemas.openxmlformats.org/officeDocument/2006/relationships" id="2147483654" r:id="R46b1d8fe9df74d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acd16a51e44761" /><Relationship Type="http://schemas.openxmlformats.org/officeDocument/2006/relationships/notesSlide" Target="/ppt/notesSlides/notesSlide1.xml" Id="Rb6a0a2d04b0246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08d69f2bab4355" /><Relationship Type="http://schemas.openxmlformats.org/officeDocument/2006/relationships/notesSlide" Target="/ppt/notesSlides/notesSlide2.xml" Id="R5c21dd3971f843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f5fdc4a9724d85" /><Relationship Type="http://schemas.openxmlformats.org/officeDocument/2006/relationships/notesSlide" Target="/ppt/notesSlides/notesSlide3.xml" Id="Rbbd520628aea42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A0CA6-8F61-4203-8E41-CAE41216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F766E"/>
                </a:solidFill>
              </a:defRPr>
            </a:defPPr>
            <a:lvl1pPr>
              <a:defRPr sz="1350" b="1">
                <a:solidFill>
                  <a:srgbClr val="0F766E"/>
                </a:solidFill>
              </a:defRPr>
            </a:lvl1pPr>
            <a:lvl2pPr>
              <a:defRPr sz="1350" b="1">
                <a:solidFill>
                  <a:srgbClr val="0F766E"/>
                </a:solidFill>
              </a:defRPr>
            </a:lvl2pPr>
            <a:lvl3pPr>
              <a:defRPr sz="1350" b="1">
                <a:solidFill>
                  <a:srgbClr val="0F766E"/>
                </a:solidFill>
              </a:defRPr>
            </a:lvl3pPr>
            <a:lvl4pPr>
              <a:defRPr sz="1350" b="1">
                <a:solidFill>
                  <a:srgbClr val="0F766E"/>
                </a:solidFill>
              </a:defRPr>
            </a:lvl4pPr>
            <a:lvl5pPr>
              <a:defRPr sz="1350" b="1">
                <a:solidFill>
                  <a:srgbClr val="0F766E"/>
                </a:solidFill>
              </a:defRPr>
            </a:lvl5pPr>
            <a:lvl6pPr>
              <a:defRPr sz="1350" b="1">
                <a:solidFill>
                  <a:srgbClr val="0F766E"/>
                </a:solidFill>
              </a:defRPr>
            </a:lvl6pPr>
            <a:lvl7pPr>
              <a:defRPr sz="1350" b="1">
                <a:solidFill>
                  <a:srgbClr val="0F766E"/>
                </a:solidFill>
              </a:defRPr>
            </a:lvl7pPr>
            <a:lvl8pPr>
              <a:defRPr sz="1350" b="1">
                <a:solidFill>
                  <a:srgbClr val="0F766E"/>
                </a:solidFill>
              </a:defRPr>
            </a:lvl8pPr>
            <a:lvl9pPr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PHỤ LỤC · 28/10/2026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8B59CC-A78C-4101-8F21-BA5097A1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11F"/>
                </a:solidFill>
              </a:defRPr>
            </a:defPPr>
            <a:lvl1pPr>
              <a:defRPr sz="3225" b="1">
                <a:solidFill>
                  <a:srgbClr val="17211F"/>
                </a:solidFill>
              </a:defRPr>
            </a:lvl1pPr>
            <a:lvl2pPr>
              <a:defRPr sz="3225" b="1">
                <a:solidFill>
                  <a:srgbClr val="17211F"/>
                </a:solidFill>
              </a:defRPr>
            </a:lvl2pPr>
            <a:lvl3pPr>
              <a:defRPr sz="3225" b="1">
                <a:solidFill>
                  <a:srgbClr val="17211F"/>
                </a:solidFill>
              </a:defRPr>
            </a:lvl3pPr>
            <a:lvl4pPr>
              <a:defRPr sz="3225" b="1">
                <a:solidFill>
                  <a:srgbClr val="17211F"/>
                </a:solidFill>
              </a:defRPr>
            </a:lvl4pPr>
            <a:lvl5pPr>
              <a:defRPr sz="3225" b="1">
                <a:solidFill>
                  <a:srgbClr val="17211F"/>
                </a:solidFill>
              </a:defRPr>
            </a:lvl5pPr>
            <a:lvl6pPr>
              <a:defRPr sz="3225" b="1">
                <a:solidFill>
                  <a:srgbClr val="17211F"/>
                </a:solidFill>
              </a:defRPr>
            </a:lvl6pPr>
            <a:lvl7pPr>
              <a:defRPr sz="3225" b="1">
                <a:solidFill>
                  <a:srgbClr val="17211F"/>
                </a:solidFill>
              </a:defRPr>
            </a:lvl7pPr>
            <a:lvl8pPr>
              <a:defRPr sz="3225" b="1">
                <a:solidFill>
                  <a:srgbClr val="17211F"/>
                </a:solidFill>
              </a:defRPr>
            </a:lvl8pPr>
            <a:lvl9pPr>
              <a:defRPr sz="3225" b="1">
                <a:solidFill>
                  <a:srgbClr val="17211F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11F"/>
                </a:solidFill>
              </a:defRPr>
            </a:pPr>
            <a:r>
              <a:rPr sz="3225" b="1">
                <a:solidFill>
                  <a:srgbClr val="17211F"/>
                </a:solidFill>
              </a:rPr>
              <a:t>Kiểm tra phát hành trên máy local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C1070-8EE2-43E9-8E7D-F95275A2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60"/>
                </a:solidFill>
              </a:defRPr>
            </a:defPPr>
            <a:lvl1pPr>
              <a:defRPr sz="1125" b="0">
                <a:solidFill>
                  <a:srgbClr val="526660"/>
                </a:solidFill>
              </a:defRPr>
            </a:lvl1pPr>
            <a:lvl2pPr>
              <a:defRPr sz="1125" b="0">
                <a:solidFill>
                  <a:srgbClr val="526660"/>
                </a:solidFill>
              </a:defRPr>
            </a:lvl2pPr>
            <a:lvl3pPr>
              <a:defRPr sz="1125" b="0">
                <a:solidFill>
                  <a:srgbClr val="526660"/>
                </a:solidFill>
              </a:defRPr>
            </a:lvl3pPr>
            <a:lvl4pPr>
              <a:defRPr sz="1125" b="0">
                <a:solidFill>
                  <a:srgbClr val="526660"/>
                </a:solidFill>
              </a:defRPr>
            </a:lvl4pPr>
            <a:lvl5pPr>
              <a:defRPr sz="1125" b="0">
                <a:solidFill>
                  <a:srgbClr val="526660"/>
                </a:solidFill>
              </a:defRPr>
            </a:lvl5pPr>
            <a:lvl6pPr>
              <a:defRPr sz="1125" b="0">
                <a:solidFill>
                  <a:srgbClr val="526660"/>
                </a:solidFill>
              </a:defRPr>
            </a:lvl6pPr>
            <a:lvl7pPr>
              <a:defRPr sz="1125" b="0">
                <a:solidFill>
                  <a:srgbClr val="526660"/>
                </a:solidFill>
              </a:defRPr>
            </a:lvl7pPr>
            <a:lvl8pPr>
              <a:defRPr sz="1125" b="0">
                <a:solidFill>
                  <a:srgbClr val="526660"/>
                </a:solidFill>
              </a:defRPr>
            </a:lvl8pPr>
            <a:lvl9pPr>
              <a:defRPr sz="1125" b="0">
                <a:solidFill>
                  <a:srgbClr val="526660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60"/>
                </a:solidFill>
              </a:defRPr>
            </a:pPr>
            <a:r>
              <a:rPr sz="1125" b="0">
                <a:solidFill>
                  <a:srgbClr val="526660"/>
                </a:solidFill>
              </a:rPr>
              <a:t>LAMS · Thiết kế Web nâng cao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BE3AB-93E8-4F73-B4CB-C6CEFCE0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60"/>
                </a:solidFill>
              </a:defRPr>
            </a:defPPr>
            <a:lvl1pPr>
              <a:defRPr sz="1125" b="0">
                <a:solidFill>
                  <a:srgbClr val="526660"/>
                </a:solidFill>
              </a:defRPr>
            </a:lvl1pPr>
            <a:lvl2pPr>
              <a:defRPr sz="1125" b="0">
                <a:solidFill>
                  <a:srgbClr val="526660"/>
                </a:solidFill>
              </a:defRPr>
            </a:lvl2pPr>
            <a:lvl3pPr>
              <a:defRPr sz="1125" b="0">
                <a:solidFill>
                  <a:srgbClr val="526660"/>
                </a:solidFill>
              </a:defRPr>
            </a:lvl3pPr>
            <a:lvl4pPr>
              <a:defRPr sz="1125" b="0">
                <a:solidFill>
                  <a:srgbClr val="526660"/>
                </a:solidFill>
              </a:defRPr>
            </a:lvl4pPr>
            <a:lvl5pPr>
              <a:defRPr sz="1125" b="0">
                <a:solidFill>
                  <a:srgbClr val="526660"/>
                </a:solidFill>
              </a:defRPr>
            </a:lvl5pPr>
            <a:lvl6pPr>
              <a:defRPr sz="1125" b="0">
                <a:solidFill>
                  <a:srgbClr val="526660"/>
                </a:solidFill>
              </a:defRPr>
            </a:lvl6pPr>
            <a:lvl7pPr>
              <a:defRPr sz="1125" b="0">
                <a:solidFill>
                  <a:srgbClr val="526660"/>
                </a:solidFill>
              </a:defRPr>
            </a:lvl7pPr>
            <a:lvl8pPr>
              <a:defRPr sz="1125" b="0">
                <a:solidFill>
                  <a:srgbClr val="526660"/>
                </a:solidFill>
              </a:defRPr>
            </a:lvl8pPr>
            <a:lvl9pPr>
              <a:defRPr sz="1125" b="0">
                <a:solidFill>
                  <a:srgbClr val="526660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60"/>
                </a:solidFill>
              </a:defRPr>
            </a:pPr>
            <a:r>
              <a:rPr sz="1125" b="0">
                <a:solidFill>
                  <a:srgbClr val="526660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5AA52-F161-4DBC-8686-EF643179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F766E"/>
                </a:solidFill>
              </a:defRPr>
            </a:defPPr>
            <a:lvl1pPr>
              <a:defRPr sz="1800" b="1">
                <a:solidFill>
                  <a:srgbClr val="0F766E"/>
                </a:solidFill>
              </a:defRPr>
            </a:lvl1pPr>
            <a:lvl2pPr>
              <a:defRPr sz="1800" b="1">
                <a:solidFill>
                  <a:srgbClr val="0F766E"/>
                </a:solidFill>
              </a:defRPr>
            </a:lvl2pPr>
            <a:lvl3pPr>
              <a:defRPr sz="1800" b="1">
                <a:solidFill>
                  <a:srgbClr val="0F766E"/>
                </a:solidFill>
              </a:defRPr>
            </a:lvl3pPr>
            <a:lvl4pPr>
              <a:defRPr sz="1800" b="1">
                <a:solidFill>
                  <a:srgbClr val="0F766E"/>
                </a:solidFill>
              </a:defRPr>
            </a:lvl4pPr>
            <a:lvl5pPr>
              <a:defRPr sz="1800" b="1">
                <a:solidFill>
                  <a:srgbClr val="0F766E"/>
                </a:solidFill>
              </a:defRPr>
            </a:lvl5pPr>
            <a:lvl6pPr>
              <a:defRPr sz="1800" b="1">
                <a:solidFill>
                  <a:srgbClr val="0F766E"/>
                </a:solidFill>
              </a:defRPr>
            </a:lvl6pPr>
            <a:lvl7pPr>
              <a:defRPr sz="1800" b="1">
                <a:solidFill>
                  <a:srgbClr val="0F766E"/>
                </a:solidFill>
              </a:defRPr>
            </a:lvl7pPr>
            <a:lvl8pPr>
              <a:defRPr sz="1800" b="1">
                <a:solidFill>
                  <a:srgbClr val="0F766E"/>
                </a:solidFill>
              </a:defRPr>
            </a:lvl8pPr>
            <a:lvl9pPr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Kiểm thử mã nguồn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2BB88-E679-4A79-A4CB-D14D56DB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11F"/>
                </a:solidFill>
              </a:defRPr>
            </a:defPPr>
            <a:lvl1pPr>
              <a:defRPr sz="1800" b="0">
                <a:solidFill>
                  <a:srgbClr val="17211F"/>
                </a:solidFill>
              </a:defRPr>
            </a:lvl1pPr>
            <a:lvl2pPr>
              <a:defRPr sz="1800" b="0">
                <a:solidFill>
                  <a:srgbClr val="17211F"/>
                </a:solidFill>
              </a:defRPr>
            </a:lvl2pPr>
            <a:lvl3pPr>
              <a:defRPr sz="1800" b="0">
                <a:solidFill>
                  <a:srgbClr val="17211F"/>
                </a:solidFill>
              </a:defRPr>
            </a:lvl3pPr>
            <a:lvl4pPr>
              <a:defRPr sz="1800" b="0">
                <a:solidFill>
                  <a:srgbClr val="17211F"/>
                </a:solidFill>
              </a:defRPr>
            </a:lvl4pPr>
            <a:lvl5pPr>
              <a:defRPr sz="1800" b="0">
                <a:solidFill>
                  <a:srgbClr val="17211F"/>
                </a:solidFill>
              </a:defRPr>
            </a:lvl5pPr>
            <a:lvl6pPr>
              <a:defRPr sz="1800" b="0">
                <a:solidFill>
                  <a:srgbClr val="17211F"/>
                </a:solidFill>
              </a:defRPr>
            </a:lvl6pPr>
            <a:lvl7pPr>
              <a:defRPr sz="1800" b="0">
                <a:solidFill>
                  <a:srgbClr val="17211F"/>
                </a:solidFill>
              </a:defRPr>
            </a:lvl7pPr>
            <a:lvl8pPr>
              <a:defRPr sz="1800" b="0">
                <a:solidFill>
                  <a:srgbClr val="17211F"/>
                </a:solidFill>
              </a:defRPr>
            </a:lvl8pPr>
            <a:lvl9pPr>
              <a:defRPr sz="1800" b="0">
                <a:solidFill>
                  <a:srgbClr val="17211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11F"/>
                </a:solidFill>
              </a:defRPr>
            </a:pPr>
            <a:r>
              <a:rPr sz="1800" b="0">
                <a:solidFill>
                  <a:srgbClr val="17211F"/>
                </a:solidFill>
              </a:rPr>
              <a:t>Core 279 bài</a:t>
            </a:r>
          </a:p>
          <a:p xmlns:a="http://schemas.openxmlformats.org/drawingml/2006/main">
            <a:pPr>
              <a:defRPr sz="1800" b="0">
                <a:solidFill>
                  <a:srgbClr val="17211F"/>
                </a:solidFill>
              </a:defRPr>
            </a:pPr>
            <a:r>
              <a:rPr sz="1800" b="0">
                <a:solidFill>
                  <a:srgbClr val="17211F"/>
                </a:solidFill>
              </a:rPr>
              <a:t>Insight 117 unit/HTTP + 17 integration</a:t>
            </a:r>
          </a:p>
          <a:p xmlns:a="http://schemas.openxmlformats.org/drawingml/2006/main">
            <a:pPr>
              <a:defRPr sz="1800" b="0">
                <a:solidFill>
                  <a:srgbClr val="17211F"/>
                </a:solidFill>
              </a:defRPr>
            </a:pPr>
            <a:r>
              <a:rPr sz="1800" b="0">
                <a:solidFill>
                  <a:srgbClr val="17211F"/>
                </a:solidFill>
              </a:rPr>
              <a:t>Frontend 169 bài</a:t>
            </a:r>
          </a:p>
          <a:p xmlns:a="http://schemas.openxmlformats.org/drawingml/2006/main">
            <a:pPr>
              <a:defRPr sz="1800" b="0">
                <a:solidFill>
                  <a:srgbClr val="17211F"/>
                </a:solidFill>
              </a:defRPr>
            </a:pPr>
            <a:r>
              <a:rPr sz="1800" b="0">
                <a:solidFill>
                  <a:srgbClr val="17211F"/>
                </a:solidFill>
              </a:rPr>
              <a:t>OpenAPI và Rust fmt/test/clippy đạt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AADAB-AEDC-43A8-8E1A-97939AF6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F766E"/>
                </a:solidFill>
              </a:defRPr>
            </a:defPPr>
            <a:lvl1pPr>
              <a:defRPr sz="1800" b="1">
                <a:solidFill>
                  <a:srgbClr val="0F766E"/>
                </a:solidFill>
              </a:defRPr>
            </a:lvl1pPr>
            <a:lvl2pPr>
              <a:defRPr sz="1800" b="1">
                <a:solidFill>
                  <a:srgbClr val="0F766E"/>
                </a:solidFill>
              </a:defRPr>
            </a:lvl2pPr>
            <a:lvl3pPr>
              <a:defRPr sz="1800" b="1">
                <a:solidFill>
                  <a:srgbClr val="0F766E"/>
                </a:solidFill>
              </a:defRPr>
            </a:lvl3pPr>
            <a:lvl4pPr>
              <a:defRPr sz="1800" b="1">
                <a:solidFill>
                  <a:srgbClr val="0F766E"/>
                </a:solidFill>
              </a:defRPr>
            </a:lvl4pPr>
            <a:lvl5pPr>
              <a:defRPr sz="1800" b="1">
                <a:solidFill>
                  <a:srgbClr val="0F766E"/>
                </a:solidFill>
              </a:defRPr>
            </a:lvl5pPr>
            <a:lvl6pPr>
              <a:defRPr sz="1800" b="1">
                <a:solidFill>
                  <a:srgbClr val="0F766E"/>
                </a:solidFill>
              </a:defRPr>
            </a:lvl6pPr>
            <a:lvl7pPr>
              <a:defRPr sz="1800" b="1">
                <a:solidFill>
                  <a:srgbClr val="0F766E"/>
                </a:solidFill>
              </a:defRPr>
            </a:lvl7pPr>
            <a:lvl8pPr>
              <a:defRPr sz="1800" b="1">
                <a:solidFill>
                  <a:srgbClr val="0F766E"/>
                </a:solidFill>
              </a:defRPr>
            </a:lvl8pPr>
            <a:lvl9pPr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Hành trình người dùng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7CA20-E540-4E58-8DD2-8F473503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4286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11F"/>
                </a:solidFill>
              </a:defRPr>
            </a:defPPr>
            <a:lvl1pPr>
              <a:defRPr sz="2175" b="0">
                <a:solidFill>
                  <a:srgbClr val="17211F"/>
                </a:solidFill>
              </a:defRPr>
            </a:lvl1pPr>
            <a:lvl2pPr>
              <a:defRPr sz="2175" b="0">
                <a:solidFill>
                  <a:srgbClr val="17211F"/>
                </a:solidFill>
              </a:defRPr>
            </a:lvl2pPr>
            <a:lvl3pPr>
              <a:defRPr sz="2175" b="0">
                <a:solidFill>
                  <a:srgbClr val="17211F"/>
                </a:solidFill>
              </a:defRPr>
            </a:lvl3pPr>
            <a:lvl4pPr>
              <a:defRPr sz="2175" b="0">
                <a:solidFill>
                  <a:srgbClr val="17211F"/>
                </a:solidFill>
              </a:defRPr>
            </a:lvl4pPr>
            <a:lvl5pPr>
              <a:defRPr sz="2175" b="0">
                <a:solidFill>
                  <a:srgbClr val="17211F"/>
                </a:solidFill>
              </a:defRPr>
            </a:lvl5pPr>
            <a:lvl6pPr>
              <a:defRPr sz="2175" b="0">
                <a:solidFill>
                  <a:srgbClr val="17211F"/>
                </a:solidFill>
              </a:defRPr>
            </a:lvl6pPr>
            <a:lvl7pPr>
              <a:defRPr sz="2175" b="0">
                <a:solidFill>
                  <a:srgbClr val="17211F"/>
                </a:solidFill>
              </a:defRPr>
            </a:lvl7pPr>
            <a:lvl8pPr>
              <a:defRPr sz="2175" b="0">
                <a:solidFill>
                  <a:srgbClr val="17211F"/>
                </a:solidFill>
              </a:defRPr>
            </a:lvl8pPr>
            <a:lvl9pPr>
              <a:defRPr sz="2175" b="0">
                <a:solidFill>
                  <a:srgbClr val="17211F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11F"/>
                </a:solidFill>
              </a:defRPr>
            </a:pPr>
            <a:r>
              <a:rPr sz="2175" b="0">
                <a:solidFill>
                  <a:srgbClr val="17211F"/>
                </a:solidFill>
              </a:rPr>
              <a:t>Web 18/18</a:t>
            </a:r>
          </a:p>
          <a:p xmlns:a="http://schemas.openxmlformats.org/drawingml/2006/main">
            <a:pPr>
              <a:defRPr sz="2175" b="0">
                <a:solidFill>
                  <a:srgbClr val="17211F"/>
                </a:solidFill>
              </a:defRPr>
            </a:pPr>
            <a:r>
              <a:rPr sz="2175" b="0">
                <a:solidFill>
                  <a:srgbClr val="17211F"/>
                </a:solidFill>
              </a:rPr>
              <a:t>EXE nguồn 18/18</a:t>
            </a:r>
          </a:p>
          <a:p xmlns:a="http://schemas.openxmlformats.org/drawingml/2006/main">
            <a:pPr>
              <a:defRPr sz="2175" b="0">
                <a:solidFill>
                  <a:srgbClr val="17211F"/>
                </a:solidFill>
              </a:defRPr>
            </a:pPr>
            <a:r>
              <a:rPr sz="2175" b="0">
                <a:solidFill>
                  <a:srgbClr val="17211F"/>
                </a:solidFill>
              </a:rPr>
              <a:t>EXE đã cài 18/18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3477A-E9F9-424C-A8AA-75FAF387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660"/>
                </a:solidFill>
              </a:defRPr>
            </a:defPPr>
            <a:lvl1pPr>
              <a:defRPr sz="1500" b="0">
                <a:solidFill>
                  <a:srgbClr val="526660"/>
                </a:solidFill>
              </a:defRPr>
            </a:lvl1pPr>
            <a:lvl2pPr>
              <a:defRPr sz="1500" b="0">
                <a:solidFill>
                  <a:srgbClr val="526660"/>
                </a:solidFill>
              </a:defRPr>
            </a:lvl2pPr>
            <a:lvl3pPr>
              <a:defRPr sz="1500" b="0">
                <a:solidFill>
                  <a:srgbClr val="526660"/>
                </a:solidFill>
              </a:defRPr>
            </a:lvl3pPr>
            <a:lvl4pPr>
              <a:defRPr sz="1500" b="0">
                <a:solidFill>
                  <a:srgbClr val="526660"/>
                </a:solidFill>
              </a:defRPr>
            </a:lvl4pPr>
            <a:lvl5pPr>
              <a:defRPr sz="1500" b="0">
                <a:solidFill>
                  <a:srgbClr val="526660"/>
                </a:solidFill>
              </a:defRPr>
            </a:lvl5pPr>
            <a:lvl6pPr>
              <a:defRPr sz="1500" b="0">
                <a:solidFill>
                  <a:srgbClr val="526660"/>
                </a:solidFill>
              </a:defRPr>
            </a:lvl6pPr>
            <a:lvl7pPr>
              <a:defRPr sz="1500" b="0">
                <a:solidFill>
                  <a:srgbClr val="526660"/>
                </a:solidFill>
              </a:defRPr>
            </a:lvl7pPr>
            <a:lvl8pPr>
              <a:defRPr sz="1500" b="0">
                <a:solidFill>
                  <a:srgbClr val="526660"/>
                </a:solidFill>
              </a:defRPr>
            </a:lvl8pPr>
            <a:lvl9pPr>
              <a:defRPr sz="1500" b="0">
                <a:solidFill>
                  <a:srgbClr val="526660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660"/>
                </a:solidFill>
              </a:defRPr>
            </a:pPr>
            <a:r>
              <a:rPr sz="1500" b="0">
                <a:solidFill>
                  <a:srgbClr val="526660"/>
                </a:solidFill>
              </a:rPr>
              <a:t>Các lượt E2E dùng PostgreSQL tạm. CI của commit bàn giao phải được đối chiếu riêng.</a:t>
            </a:r>
          </a:p>
        </p:txBody>
      </p:sp>
    </p:spTree>
    <p:extLst>
      <p:ext uri="{BB962C8B-B14F-4D97-AF65-F5344CB8AC3E}">
        <p14:creationId xmlns:p14="http://schemas.microsoft.com/office/powerpoint/2010/main" val="10288337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37E0C-143D-4B92-A0E4-77D070EB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F766E"/>
                </a:solidFill>
              </a:defRPr>
            </a:defPPr>
            <a:lvl1pPr>
              <a:defRPr sz="1350" b="1">
                <a:solidFill>
                  <a:srgbClr val="0F766E"/>
                </a:solidFill>
              </a:defRPr>
            </a:lvl1pPr>
            <a:lvl2pPr>
              <a:defRPr sz="1350" b="1">
                <a:solidFill>
                  <a:srgbClr val="0F766E"/>
                </a:solidFill>
              </a:defRPr>
            </a:lvl2pPr>
            <a:lvl3pPr>
              <a:defRPr sz="1350" b="1">
                <a:solidFill>
                  <a:srgbClr val="0F766E"/>
                </a:solidFill>
              </a:defRPr>
            </a:lvl3pPr>
            <a:lvl4pPr>
              <a:defRPr sz="1350" b="1">
                <a:solidFill>
                  <a:srgbClr val="0F766E"/>
                </a:solidFill>
              </a:defRPr>
            </a:lvl4pPr>
            <a:lvl5pPr>
              <a:defRPr sz="1350" b="1">
                <a:solidFill>
                  <a:srgbClr val="0F766E"/>
                </a:solidFill>
              </a:defRPr>
            </a:lvl5pPr>
            <a:lvl6pPr>
              <a:defRPr sz="1350" b="1">
                <a:solidFill>
                  <a:srgbClr val="0F766E"/>
                </a:solidFill>
              </a:defRPr>
            </a:lvl6pPr>
            <a:lvl7pPr>
              <a:defRPr sz="1350" b="1">
                <a:solidFill>
                  <a:srgbClr val="0F766E"/>
                </a:solidFill>
              </a:defRPr>
            </a:lvl7pPr>
            <a:lvl8pPr>
              <a:defRPr sz="1350" b="1">
                <a:solidFill>
                  <a:srgbClr val="0F766E"/>
                </a:solidFill>
              </a:defRPr>
            </a:lvl8pPr>
            <a:lvl9pPr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VẬN HÀNH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DB09F-E6F4-41D5-8826-1CA33BA1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11F"/>
                </a:solidFill>
              </a:defRPr>
            </a:defPPr>
            <a:lvl1pPr>
              <a:defRPr sz="3225" b="1">
                <a:solidFill>
                  <a:srgbClr val="17211F"/>
                </a:solidFill>
              </a:defRPr>
            </a:lvl1pPr>
            <a:lvl2pPr>
              <a:defRPr sz="3225" b="1">
                <a:solidFill>
                  <a:srgbClr val="17211F"/>
                </a:solidFill>
              </a:defRPr>
            </a:lvl2pPr>
            <a:lvl3pPr>
              <a:defRPr sz="3225" b="1">
                <a:solidFill>
                  <a:srgbClr val="17211F"/>
                </a:solidFill>
              </a:defRPr>
            </a:lvl3pPr>
            <a:lvl4pPr>
              <a:defRPr sz="3225" b="1">
                <a:solidFill>
                  <a:srgbClr val="17211F"/>
                </a:solidFill>
              </a:defRPr>
            </a:lvl4pPr>
            <a:lvl5pPr>
              <a:defRPr sz="3225" b="1">
                <a:solidFill>
                  <a:srgbClr val="17211F"/>
                </a:solidFill>
              </a:defRPr>
            </a:lvl5pPr>
            <a:lvl6pPr>
              <a:defRPr sz="3225" b="1">
                <a:solidFill>
                  <a:srgbClr val="17211F"/>
                </a:solidFill>
              </a:defRPr>
            </a:lvl6pPr>
            <a:lvl7pPr>
              <a:defRPr sz="3225" b="1">
                <a:solidFill>
                  <a:srgbClr val="17211F"/>
                </a:solidFill>
              </a:defRPr>
            </a:lvl7pPr>
            <a:lvl8pPr>
              <a:defRPr sz="3225" b="1">
                <a:solidFill>
                  <a:srgbClr val="17211F"/>
                </a:solidFill>
              </a:defRPr>
            </a:lvl8pPr>
            <a:lvl9pPr>
              <a:defRPr sz="3225" b="1">
                <a:solidFill>
                  <a:srgbClr val="17211F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11F"/>
                </a:solidFill>
              </a:defRPr>
            </a:pPr>
            <a:r>
              <a:rPr sz="3225" b="1">
                <a:solidFill>
                  <a:srgbClr val="17211F"/>
                </a:solidFill>
              </a:rPr>
              <a:t>Khôi phục dữ liệu và bản cài Windows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8722F-665D-41A1-96FD-411B9F11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60"/>
                </a:solidFill>
              </a:defRPr>
            </a:defPPr>
            <a:lvl1pPr>
              <a:defRPr sz="1125" b="0">
                <a:solidFill>
                  <a:srgbClr val="526660"/>
                </a:solidFill>
              </a:defRPr>
            </a:lvl1pPr>
            <a:lvl2pPr>
              <a:defRPr sz="1125" b="0">
                <a:solidFill>
                  <a:srgbClr val="526660"/>
                </a:solidFill>
              </a:defRPr>
            </a:lvl2pPr>
            <a:lvl3pPr>
              <a:defRPr sz="1125" b="0">
                <a:solidFill>
                  <a:srgbClr val="526660"/>
                </a:solidFill>
              </a:defRPr>
            </a:lvl3pPr>
            <a:lvl4pPr>
              <a:defRPr sz="1125" b="0">
                <a:solidFill>
                  <a:srgbClr val="526660"/>
                </a:solidFill>
              </a:defRPr>
            </a:lvl4pPr>
            <a:lvl5pPr>
              <a:defRPr sz="1125" b="0">
                <a:solidFill>
                  <a:srgbClr val="526660"/>
                </a:solidFill>
              </a:defRPr>
            </a:lvl5pPr>
            <a:lvl6pPr>
              <a:defRPr sz="1125" b="0">
                <a:solidFill>
                  <a:srgbClr val="526660"/>
                </a:solidFill>
              </a:defRPr>
            </a:lvl6pPr>
            <a:lvl7pPr>
              <a:defRPr sz="1125" b="0">
                <a:solidFill>
                  <a:srgbClr val="526660"/>
                </a:solidFill>
              </a:defRPr>
            </a:lvl7pPr>
            <a:lvl8pPr>
              <a:defRPr sz="1125" b="0">
                <a:solidFill>
                  <a:srgbClr val="526660"/>
                </a:solidFill>
              </a:defRPr>
            </a:lvl8pPr>
            <a:lvl9pPr>
              <a:defRPr sz="1125" b="0">
                <a:solidFill>
                  <a:srgbClr val="526660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60"/>
                </a:solidFill>
              </a:defRPr>
            </a:pPr>
            <a:r>
              <a:rPr sz="1125" b="0">
                <a:solidFill>
                  <a:srgbClr val="526660"/>
                </a:solidFill>
              </a:rPr>
              <a:t>LAMS · Thiết kế Web nâng cao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AB474-3973-44EB-A616-5CA481A2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60"/>
                </a:solidFill>
              </a:defRPr>
            </a:defPPr>
            <a:lvl1pPr>
              <a:defRPr sz="1125" b="0">
                <a:solidFill>
                  <a:srgbClr val="526660"/>
                </a:solidFill>
              </a:defRPr>
            </a:lvl1pPr>
            <a:lvl2pPr>
              <a:defRPr sz="1125" b="0">
                <a:solidFill>
                  <a:srgbClr val="526660"/>
                </a:solidFill>
              </a:defRPr>
            </a:lvl2pPr>
            <a:lvl3pPr>
              <a:defRPr sz="1125" b="0">
                <a:solidFill>
                  <a:srgbClr val="526660"/>
                </a:solidFill>
              </a:defRPr>
            </a:lvl3pPr>
            <a:lvl4pPr>
              <a:defRPr sz="1125" b="0">
                <a:solidFill>
                  <a:srgbClr val="526660"/>
                </a:solidFill>
              </a:defRPr>
            </a:lvl4pPr>
            <a:lvl5pPr>
              <a:defRPr sz="1125" b="0">
                <a:solidFill>
                  <a:srgbClr val="526660"/>
                </a:solidFill>
              </a:defRPr>
            </a:lvl5pPr>
            <a:lvl6pPr>
              <a:defRPr sz="1125" b="0">
                <a:solidFill>
                  <a:srgbClr val="526660"/>
                </a:solidFill>
              </a:defRPr>
            </a:lvl6pPr>
            <a:lvl7pPr>
              <a:defRPr sz="1125" b="0">
                <a:solidFill>
                  <a:srgbClr val="526660"/>
                </a:solidFill>
              </a:defRPr>
            </a:lvl7pPr>
            <a:lvl8pPr>
              <a:defRPr sz="1125" b="0">
                <a:solidFill>
                  <a:srgbClr val="526660"/>
                </a:solidFill>
              </a:defRPr>
            </a:lvl8pPr>
            <a:lvl9pPr>
              <a:defRPr sz="1125" b="0">
                <a:solidFill>
                  <a:srgbClr val="526660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60"/>
                </a:solidFill>
              </a:defRPr>
            </a:pPr>
            <a:r>
              <a:rPr sz="1125" b="0">
                <a:solidFill>
                  <a:srgbClr val="526660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F5FBC-E965-4398-9410-517E7A36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095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F766E"/>
                </a:solidFill>
              </a:defRPr>
            </a:defPPr>
            <a:lvl1pPr>
              <a:defRPr sz="1950" b="1">
                <a:solidFill>
                  <a:srgbClr val="0F766E"/>
                </a:solidFill>
              </a:defRPr>
            </a:lvl1pPr>
            <a:lvl2pPr>
              <a:defRPr sz="1950" b="1">
                <a:solidFill>
                  <a:srgbClr val="0F766E"/>
                </a:solidFill>
              </a:defRPr>
            </a:lvl2pPr>
            <a:lvl3pPr>
              <a:defRPr sz="1950" b="1">
                <a:solidFill>
                  <a:srgbClr val="0F766E"/>
                </a:solidFill>
              </a:defRPr>
            </a:lvl3pPr>
            <a:lvl4pPr>
              <a:defRPr sz="1950" b="1">
                <a:solidFill>
                  <a:srgbClr val="0F766E"/>
                </a:solidFill>
              </a:defRPr>
            </a:lvl4pPr>
            <a:lvl5pPr>
              <a:defRPr sz="1950" b="1">
                <a:solidFill>
                  <a:srgbClr val="0F766E"/>
                </a:solidFill>
              </a:defRPr>
            </a:lvl5pPr>
            <a:lvl6pPr>
              <a:defRPr sz="1950" b="1">
                <a:solidFill>
                  <a:srgbClr val="0F766E"/>
                </a:solidFill>
              </a:defRPr>
            </a:lvl6pPr>
            <a:lvl7pPr>
              <a:defRPr sz="1950" b="1">
                <a:solidFill>
                  <a:srgbClr val="0F766E"/>
                </a:solidFill>
              </a:defRPr>
            </a:lvl7pPr>
            <a:lvl8pPr>
              <a:defRPr sz="1950" b="1">
                <a:solidFill>
                  <a:srgbClr val="0F766E"/>
                </a:solidFill>
              </a:defRPr>
            </a:lvl8pPr>
            <a:lvl9pPr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Hai database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0CB7B-CE24-4F94-ACCA-C1EBC589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11F"/>
                </a:solidFill>
              </a:defRPr>
            </a:defPPr>
            <a:lvl1pPr>
              <a:defRPr sz="1875" b="0">
                <a:solidFill>
                  <a:srgbClr val="17211F"/>
                </a:solidFill>
              </a:defRPr>
            </a:lvl1pPr>
            <a:lvl2pPr>
              <a:defRPr sz="1875" b="0">
                <a:solidFill>
                  <a:srgbClr val="17211F"/>
                </a:solidFill>
              </a:defRPr>
            </a:lvl2pPr>
            <a:lvl3pPr>
              <a:defRPr sz="1875" b="0">
                <a:solidFill>
                  <a:srgbClr val="17211F"/>
                </a:solidFill>
              </a:defRPr>
            </a:lvl3pPr>
            <a:lvl4pPr>
              <a:defRPr sz="1875" b="0">
                <a:solidFill>
                  <a:srgbClr val="17211F"/>
                </a:solidFill>
              </a:defRPr>
            </a:lvl4pPr>
            <a:lvl5pPr>
              <a:defRPr sz="1875" b="0">
                <a:solidFill>
                  <a:srgbClr val="17211F"/>
                </a:solidFill>
              </a:defRPr>
            </a:lvl5pPr>
            <a:lvl6pPr>
              <a:defRPr sz="1875" b="0">
                <a:solidFill>
                  <a:srgbClr val="17211F"/>
                </a:solidFill>
              </a:defRPr>
            </a:lvl6pPr>
            <a:lvl7pPr>
              <a:defRPr sz="1875" b="0">
                <a:solidFill>
                  <a:srgbClr val="17211F"/>
                </a:solidFill>
              </a:defRPr>
            </a:lvl7pPr>
            <a:lvl8pPr>
              <a:defRPr sz="1875" b="0">
                <a:solidFill>
                  <a:srgbClr val="17211F"/>
                </a:solidFill>
              </a:defRPr>
            </a:lvl8pPr>
            <a:lvl9pPr>
              <a:defRPr sz="1875" b="0">
                <a:solidFill>
                  <a:srgbClr val="17211F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11F"/>
                </a:solidFill>
              </a:defRPr>
            </a:pPr>
            <a:r>
              <a:rPr sz="1875" b="0">
                <a:solidFill>
                  <a:srgbClr val="17211F"/>
                </a:solidFill>
              </a:rPr>
              <a:t>Core và Insight đã được dump, restore vào database mới và kiểm bằng API. Dữ liệu demo vẫn còn 10.013 Book.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4D388-42E8-433C-862B-C2C25039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095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F766E"/>
                </a:solidFill>
              </a:defRPr>
            </a:defPPr>
            <a:lvl1pPr>
              <a:defRPr sz="1950" b="1">
                <a:solidFill>
                  <a:srgbClr val="0F766E"/>
                </a:solidFill>
              </a:defRPr>
            </a:lvl1pPr>
            <a:lvl2pPr>
              <a:defRPr sz="1950" b="1">
                <a:solidFill>
                  <a:srgbClr val="0F766E"/>
                </a:solidFill>
              </a:defRPr>
            </a:lvl2pPr>
            <a:lvl3pPr>
              <a:defRPr sz="1950" b="1">
                <a:solidFill>
                  <a:srgbClr val="0F766E"/>
                </a:solidFill>
              </a:defRPr>
            </a:lvl3pPr>
            <a:lvl4pPr>
              <a:defRPr sz="1950" b="1">
                <a:solidFill>
                  <a:srgbClr val="0F766E"/>
                </a:solidFill>
              </a:defRPr>
            </a:lvl4pPr>
            <a:lvl5pPr>
              <a:defRPr sz="1950" b="1">
                <a:solidFill>
                  <a:srgbClr val="0F766E"/>
                </a:solidFill>
              </a:defRPr>
            </a:lvl5pPr>
            <a:lvl6pPr>
              <a:defRPr sz="1950" b="1">
                <a:solidFill>
                  <a:srgbClr val="0F766E"/>
                </a:solidFill>
              </a:defRPr>
            </a:lvl6pPr>
            <a:lvl7pPr>
              <a:defRPr sz="1950" b="1">
                <a:solidFill>
                  <a:srgbClr val="0F766E"/>
                </a:solidFill>
              </a:defRPr>
            </a:lvl7pPr>
            <a:lvl8pPr>
              <a:defRPr sz="1950" b="1">
                <a:solidFill>
                  <a:srgbClr val="0F766E"/>
                </a:solidFill>
              </a:defRPr>
            </a:lvl8pPr>
            <a:lvl9pPr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Bản cài 0.1.0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AC8D0-28FE-4ACC-B7E2-83813A3F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11F"/>
                </a:solidFill>
              </a:defRPr>
            </a:defPPr>
            <a:lvl1pPr>
              <a:defRPr sz="1875" b="0">
                <a:solidFill>
                  <a:srgbClr val="17211F"/>
                </a:solidFill>
              </a:defRPr>
            </a:lvl1pPr>
            <a:lvl2pPr>
              <a:defRPr sz="1875" b="0">
                <a:solidFill>
                  <a:srgbClr val="17211F"/>
                </a:solidFill>
              </a:defRPr>
            </a:lvl2pPr>
            <a:lvl3pPr>
              <a:defRPr sz="1875" b="0">
                <a:solidFill>
                  <a:srgbClr val="17211F"/>
                </a:solidFill>
              </a:defRPr>
            </a:lvl3pPr>
            <a:lvl4pPr>
              <a:defRPr sz="1875" b="0">
                <a:solidFill>
                  <a:srgbClr val="17211F"/>
                </a:solidFill>
              </a:defRPr>
            </a:lvl4pPr>
            <a:lvl5pPr>
              <a:defRPr sz="1875" b="0">
                <a:solidFill>
                  <a:srgbClr val="17211F"/>
                </a:solidFill>
              </a:defRPr>
            </a:lvl5pPr>
            <a:lvl6pPr>
              <a:defRPr sz="1875" b="0">
                <a:solidFill>
                  <a:srgbClr val="17211F"/>
                </a:solidFill>
              </a:defRPr>
            </a:lvl6pPr>
            <a:lvl7pPr>
              <a:defRPr sz="1875" b="0">
                <a:solidFill>
                  <a:srgbClr val="17211F"/>
                </a:solidFill>
              </a:defRPr>
            </a:lvl7pPr>
            <a:lvl8pPr>
              <a:defRPr sz="1875" b="0">
                <a:solidFill>
                  <a:srgbClr val="17211F"/>
                </a:solidFill>
              </a:defRPr>
            </a:lvl8pPr>
            <a:lvl9pPr>
              <a:defRPr sz="1875" b="0">
                <a:solidFill>
                  <a:srgbClr val="17211F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11F"/>
                </a:solidFill>
              </a:defRPr>
            </a:pPr>
            <a:r>
              <a:rPr sz="1875" b="0">
                <a:solidFill>
                  <a:srgbClr val="17211F"/>
                </a:solidFill>
              </a:rPr>
              <a:t>Cài, chạy 18 E2E, gỡ và cài lại trên cùng máy Windows. Bộ cài chưa ký số; backend vẫn chạy riêng.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FAE68-AB51-4197-9BDF-ED2433CD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660"/>
                </a:solidFill>
              </a:defRPr>
            </a:defPPr>
            <a:lvl1pPr>
              <a:defRPr sz="1725" b="0">
                <a:solidFill>
                  <a:srgbClr val="526660"/>
                </a:solidFill>
              </a:defRPr>
            </a:lvl1pPr>
            <a:lvl2pPr>
              <a:defRPr sz="1725" b="0">
                <a:solidFill>
                  <a:srgbClr val="526660"/>
                </a:solidFill>
              </a:defRPr>
            </a:lvl2pPr>
            <a:lvl3pPr>
              <a:defRPr sz="1725" b="0">
                <a:solidFill>
                  <a:srgbClr val="526660"/>
                </a:solidFill>
              </a:defRPr>
            </a:lvl3pPr>
            <a:lvl4pPr>
              <a:defRPr sz="1725" b="0">
                <a:solidFill>
                  <a:srgbClr val="526660"/>
                </a:solidFill>
              </a:defRPr>
            </a:lvl4pPr>
            <a:lvl5pPr>
              <a:defRPr sz="1725" b="0">
                <a:solidFill>
                  <a:srgbClr val="526660"/>
                </a:solidFill>
              </a:defRPr>
            </a:lvl5pPr>
            <a:lvl6pPr>
              <a:defRPr sz="1725" b="0">
                <a:solidFill>
                  <a:srgbClr val="526660"/>
                </a:solidFill>
              </a:defRPr>
            </a:lvl6pPr>
            <a:lvl7pPr>
              <a:defRPr sz="1725" b="0">
                <a:solidFill>
                  <a:srgbClr val="526660"/>
                </a:solidFill>
              </a:defRPr>
            </a:lvl7pPr>
            <a:lvl8pPr>
              <a:defRPr sz="1725" b="0">
                <a:solidFill>
                  <a:srgbClr val="526660"/>
                </a:solidFill>
              </a:defRPr>
            </a:lvl8pPr>
            <a:lvl9pPr>
              <a:defRPr sz="1725" b="0">
                <a:solidFill>
                  <a:srgbClr val="526660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660"/>
                </a:solidFill>
              </a:defRPr>
            </a:pPr>
            <a:r>
              <a:rPr sz="1725" b="0">
                <a:solidFill>
                  <a:srgbClr val="526660"/>
                </a:solidFill>
              </a:rPr>
              <a:t>Chưa thử trên máy Windows thứ hai hoặc máy chủ HTTPS.</a:t>
            </a:r>
          </a:p>
        </p:txBody>
      </p:sp>
    </p:spTree>
    <p:extLst>
      <p:ext uri="{BB962C8B-B14F-4D97-AF65-F5344CB8AC3E}">
        <p14:creationId xmlns:p14="http://schemas.microsoft.com/office/powerpoint/2010/main" val="6479692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02632-429D-4EB4-B2CB-D21EBC9C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F766E"/>
                </a:solidFill>
              </a:defRPr>
            </a:defPPr>
            <a:lvl1pPr>
              <a:defRPr sz="1350" b="1">
                <a:solidFill>
                  <a:srgbClr val="0F766E"/>
                </a:solidFill>
              </a:defRPr>
            </a:lvl1pPr>
            <a:lvl2pPr>
              <a:defRPr sz="1350" b="1">
                <a:solidFill>
                  <a:srgbClr val="0F766E"/>
                </a:solidFill>
              </a:defRPr>
            </a:lvl2pPr>
            <a:lvl3pPr>
              <a:defRPr sz="1350" b="1">
                <a:solidFill>
                  <a:srgbClr val="0F766E"/>
                </a:solidFill>
              </a:defRPr>
            </a:lvl3pPr>
            <a:lvl4pPr>
              <a:defRPr sz="1350" b="1">
                <a:solidFill>
                  <a:srgbClr val="0F766E"/>
                </a:solidFill>
              </a:defRPr>
            </a:lvl4pPr>
            <a:lvl5pPr>
              <a:defRPr sz="1350" b="1">
                <a:solidFill>
                  <a:srgbClr val="0F766E"/>
                </a:solidFill>
              </a:defRPr>
            </a:lvl5pPr>
            <a:lvl6pPr>
              <a:defRPr sz="1350" b="1">
                <a:solidFill>
                  <a:srgbClr val="0F766E"/>
                </a:solidFill>
              </a:defRPr>
            </a:lvl6pPr>
            <a:lvl7pPr>
              <a:defRPr sz="1350" b="1">
                <a:solidFill>
                  <a:srgbClr val="0F766E"/>
                </a:solidFill>
              </a:defRPr>
            </a:lvl7pPr>
            <a:lvl8pPr>
              <a:defRPr sz="1350" b="1">
                <a:solidFill>
                  <a:srgbClr val="0F766E"/>
                </a:solidFill>
              </a:defRPr>
            </a:lvl8pPr>
            <a:lvl9pPr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GIỚI HẠN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1CC16-44D0-430A-BD3D-FD7F908D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11F"/>
                </a:solidFill>
              </a:defRPr>
            </a:defPPr>
            <a:lvl1pPr>
              <a:defRPr sz="3225" b="1">
                <a:solidFill>
                  <a:srgbClr val="17211F"/>
                </a:solidFill>
              </a:defRPr>
            </a:lvl1pPr>
            <a:lvl2pPr>
              <a:defRPr sz="3225" b="1">
                <a:solidFill>
                  <a:srgbClr val="17211F"/>
                </a:solidFill>
              </a:defRPr>
            </a:lvl2pPr>
            <a:lvl3pPr>
              <a:defRPr sz="3225" b="1">
                <a:solidFill>
                  <a:srgbClr val="17211F"/>
                </a:solidFill>
              </a:defRPr>
            </a:lvl3pPr>
            <a:lvl4pPr>
              <a:defRPr sz="3225" b="1">
                <a:solidFill>
                  <a:srgbClr val="17211F"/>
                </a:solidFill>
              </a:defRPr>
            </a:lvl4pPr>
            <a:lvl5pPr>
              <a:defRPr sz="3225" b="1">
                <a:solidFill>
                  <a:srgbClr val="17211F"/>
                </a:solidFill>
              </a:defRPr>
            </a:lvl5pPr>
            <a:lvl6pPr>
              <a:defRPr sz="3225" b="1">
                <a:solidFill>
                  <a:srgbClr val="17211F"/>
                </a:solidFill>
              </a:defRPr>
            </a:lvl6pPr>
            <a:lvl7pPr>
              <a:defRPr sz="3225" b="1">
                <a:solidFill>
                  <a:srgbClr val="17211F"/>
                </a:solidFill>
              </a:defRPr>
            </a:lvl7pPr>
            <a:lvl8pPr>
              <a:defRPr sz="3225" b="1">
                <a:solidFill>
                  <a:srgbClr val="17211F"/>
                </a:solidFill>
              </a:defRPr>
            </a:lvl8pPr>
            <a:lvl9pPr>
              <a:defRPr sz="3225" b="1">
                <a:solidFill>
                  <a:srgbClr val="17211F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211F"/>
                </a:solidFill>
              </a:defRPr>
            </a:pPr>
            <a:r>
              <a:rPr sz="3225" b="1">
                <a:solidFill>
                  <a:srgbClr val="17211F"/>
                </a:solidFill>
              </a:rPr>
              <a:t>Những việc cần chốt trước khi phát hành rộng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A6762-A652-4BB4-BEBF-CAAE1D53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60"/>
                </a:solidFill>
              </a:defRPr>
            </a:defPPr>
            <a:lvl1pPr>
              <a:defRPr sz="1125" b="0">
                <a:solidFill>
                  <a:srgbClr val="526660"/>
                </a:solidFill>
              </a:defRPr>
            </a:lvl1pPr>
            <a:lvl2pPr>
              <a:defRPr sz="1125" b="0">
                <a:solidFill>
                  <a:srgbClr val="526660"/>
                </a:solidFill>
              </a:defRPr>
            </a:lvl2pPr>
            <a:lvl3pPr>
              <a:defRPr sz="1125" b="0">
                <a:solidFill>
                  <a:srgbClr val="526660"/>
                </a:solidFill>
              </a:defRPr>
            </a:lvl3pPr>
            <a:lvl4pPr>
              <a:defRPr sz="1125" b="0">
                <a:solidFill>
                  <a:srgbClr val="526660"/>
                </a:solidFill>
              </a:defRPr>
            </a:lvl4pPr>
            <a:lvl5pPr>
              <a:defRPr sz="1125" b="0">
                <a:solidFill>
                  <a:srgbClr val="526660"/>
                </a:solidFill>
              </a:defRPr>
            </a:lvl5pPr>
            <a:lvl6pPr>
              <a:defRPr sz="1125" b="0">
                <a:solidFill>
                  <a:srgbClr val="526660"/>
                </a:solidFill>
              </a:defRPr>
            </a:lvl6pPr>
            <a:lvl7pPr>
              <a:defRPr sz="1125" b="0">
                <a:solidFill>
                  <a:srgbClr val="526660"/>
                </a:solidFill>
              </a:defRPr>
            </a:lvl7pPr>
            <a:lvl8pPr>
              <a:defRPr sz="1125" b="0">
                <a:solidFill>
                  <a:srgbClr val="526660"/>
                </a:solidFill>
              </a:defRPr>
            </a:lvl8pPr>
            <a:lvl9pPr>
              <a:defRPr sz="1125" b="0">
                <a:solidFill>
                  <a:srgbClr val="526660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60"/>
                </a:solidFill>
              </a:defRPr>
            </a:pPr>
            <a:r>
              <a:rPr sz="1125" b="0">
                <a:solidFill>
                  <a:srgbClr val="526660"/>
                </a:solidFill>
              </a:rPr>
              <a:t>LAMS · Thiết kế Web nâng cao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ED32F-139F-496D-A906-C16A6CE1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293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660"/>
                </a:solidFill>
              </a:defRPr>
            </a:defPPr>
            <a:lvl1pPr>
              <a:defRPr sz="1125" b="0">
                <a:solidFill>
                  <a:srgbClr val="526660"/>
                </a:solidFill>
              </a:defRPr>
            </a:lvl1pPr>
            <a:lvl2pPr>
              <a:defRPr sz="1125" b="0">
                <a:solidFill>
                  <a:srgbClr val="526660"/>
                </a:solidFill>
              </a:defRPr>
            </a:lvl2pPr>
            <a:lvl3pPr>
              <a:defRPr sz="1125" b="0">
                <a:solidFill>
                  <a:srgbClr val="526660"/>
                </a:solidFill>
              </a:defRPr>
            </a:lvl3pPr>
            <a:lvl4pPr>
              <a:defRPr sz="1125" b="0">
                <a:solidFill>
                  <a:srgbClr val="526660"/>
                </a:solidFill>
              </a:defRPr>
            </a:lvl4pPr>
            <a:lvl5pPr>
              <a:defRPr sz="1125" b="0">
                <a:solidFill>
                  <a:srgbClr val="526660"/>
                </a:solidFill>
              </a:defRPr>
            </a:lvl5pPr>
            <a:lvl6pPr>
              <a:defRPr sz="1125" b="0">
                <a:solidFill>
                  <a:srgbClr val="526660"/>
                </a:solidFill>
              </a:defRPr>
            </a:lvl6pPr>
            <a:lvl7pPr>
              <a:defRPr sz="1125" b="0">
                <a:solidFill>
                  <a:srgbClr val="526660"/>
                </a:solidFill>
              </a:defRPr>
            </a:lvl7pPr>
            <a:lvl8pPr>
              <a:defRPr sz="1125" b="0">
                <a:solidFill>
                  <a:srgbClr val="526660"/>
                </a:solidFill>
              </a:defRPr>
            </a:lvl8pPr>
            <a:lvl9pPr>
              <a:defRPr sz="1125" b="0">
                <a:solidFill>
                  <a:srgbClr val="526660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660"/>
                </a:solidFill>
              </a:defRPr>
            </a:pPr>
            <a:r>
              <a:rPr sz="1125" b="0">
                <a:solidFill>
                  <a:srgbClr val="526660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1B9D9-95FC-43E5-BC90-04DC0602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F766E"/>
                </a:solidFill>
              </a:defRPr>
            </a:defPPr>
            <a:lvl1pPr>
              <a:defRPr sz="1800" b="1">
                <a:solidFill>
                  <a:srgbClr val="0F766E"/>
                </a:solidFill>
              </a:defRPr>
            </a:lvl1pPr>
            <a:lvl2pPr>
              <a:defRPr sz="1800" b="1">
                <a:solidFill>
                  <a:srgbClr val="0F766E"/>
                </a:solidFill>
              </a:defRPr>
            </a:lvl2pPr>
            <a:lvl3pPr>
              <a:defRPr sz="1800" b="1">
                <a:solidFill>
                  <a:srgbClr val="0F766E"/>
                </a:solidFill>
              </a:defRPr>
            </a:lvl3pPr>
            <a:lvl4pPr>
              <a:defRPr sz="1800" b="1">
                <a:solidFill>
                  <a:srgbClr val="0F766E"/>
                </a:solidFill>
              </a:defRPr>
            </a:lvl4pPr>
            <a:lvl5pPr>
              <a:defRPr sz="1800" b="1">
                <a:solidFill>
                  <a:srgbClr val="0F766E"/>
                </a:solidFill>
              </a:defRPr>
            </a:lvl5pPr>
            <a:lvl6pPr>
              <a:defRPr sz="1800" b="1">
                <a:solidFill>
                  <a:srgbClr val="0F766E"/>
                </a:solidFill>
              </a:defRPr>
            </a:lvl6pPr>
            <a:lvl7pPr>
              <a:defRPr sz="1800" b="1">
                <a:solidFill>
                  <a:srgbClr val="0F766E"/>
                </a:solidFill>
              </a:defRPr>
            </a:lvl7pPr>
            <a:lvl8pPr>
              <a:defRPr sz="1800" b="1">
                <a:solidFill>
                  <a:srgbClr val="0F766E"/>
                </a:solidFill>
              </a:defRPr>
            </a:lvl8pPr>
            <a:lvl9pPr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Bảo mật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C1C73-6E6E-4528-95C5-5F0ED3F2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1000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211F"/>
                </a:solidFill>
              </a:defRPr>
            </a:defPPr>
            <a:lvl1pPr>
              <a:defRPr sz="1725" b="0">
                <a:solidFill>
                  <a:srgbClr val="17211F"/>
                </a:solidFill>
              </a:defRPr>
            </a:lvl1pPr>
            <a:lvl2pPr>
              <a:defRPr sz="1725" b="0">
                <a:solidFill>
                  <a:srgbClr val="17211F"/>
                </a:solidFill>
              </a:defRPr>
            </a:lvl2pPr>
            <a:lvl3pPr>
              <a:defRPr sz="1725" b="0">
                <a:solidFill>
                  <a:srgbClr val="17211F"/>
                </a:solidFill>
              </a:defRPr>
            </a:lvl3pPr>
            <a:lvl4pPr>
              <a:defRPr sz="1725" b="0">
                <a:solidFill>
                  <a:srgbClr val="17211F"/>
                </a:solidFill>
              </a:defRPr>
            </a:lvl4pPr>
            <a:lvl5pPr>
              <a:defRPr sz="1725" b="0">
                <a:solidFill>
                  <a:srgbClr val="17211F"/>
                </a:solidFill>
              </a:defRPr>
            </a:lvl5pPr>
            <a:lvl6pPr>
              <a:defRPr sz="1725" b="0">
                <a:solidFill>
                  <a:srgbClr val="17211F"/>
                </a:solidFill>
              </a:defRPr>
            </a:lvl6pPr>
            <a:lvl7pPr>
              <a:defRPr sz="1725" b="0">
                <a:solidFill>
                  <a:srgbClr val="17211F"/>
                </a:solidFill>
              </a:defRPr>
            </a:lvl7pPr>
            <a:lvl8pPr>
              <a:defRPr sz="1725" b="0">
                <a:solidFill>
                  <a:srgbClr val="17211F"/>
                </a:solidFill>
              </a:defRPr>
            </a:lvl8pPr>
            <a:lvl9pPr>
              <a:defRPr sz="1725" b="0">
                <a:solidFill>
                  <a:srgbClr val="17211F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11F"/>
                </a:solidFill>
              </a:defRPr>
            </a:pPr>
            <a:r>
              <a:rPr sz="1725" b="0">
                <a:solidFill>
                  <a:srgbClr val="17211F"/>
                </a:solidFill>
              </a:rPr>
              <a:t>Hai advisory Spring MVC còn trong SBOM. Core hiện không dùng SSE/XsltView liên quan, nhưng cần đánh giá lại khi đổi endpoint.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E8E02-D1F9-4C11-8A57-3C6D5D4F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F766E"/>
                </a:solidFill>
              </a:defRPr>
            </a:defPPr>
            <a:lvl1pPr>
              <a:defRPr sz="1800" b="1">
                <a:solidFill>
                  <a:srgbClr val="0F766E"/>
                </a:solidFill>
              </a:defRPr>
            </a:lvl1pPr>
            <a:lvl2pPr>
              <a:defRPr sz="1800" b="1">
                <a:solidFill>
                  <a:srgbClr val="0F766E"/>
                </a:solidFill>
              </a:defRPr>
            </a:lvl2pPr>
            <a:lvl3pPr>
              <a:defRPr sz="1800" b="1">
                <a:solidFill>
                  <a:srgbClr val="0F766E"/>
                </a:solidFill>
              </a:defRPr>
            </a:lvl3pPr>
            <a:lvl4pPr>
              <a:defRPr sz="1800" b="1">
                <a:solidFill>
                  <a:srgbClr val="0F766E"/>
                </a:solidFill>
              </a:defRPr>
            </a:lvl4pPr>
            <a:lvl5pPr>
              <a:defRPr sz="1800" b="1">
                <a:solidFill>
                  <a:srgbClr val="0F766E"/>
                </a:solidFill>
              </a:defRPr>
            </a:lvl5pPr>
            <a:lvl6pPr>
              <a:defRPr sz="1800" b="1">
                <a:solidFill>
                  <a:srgbClr val="0F766E"/>
                </a:solidFill>
              </a:defRPr>
            </a:lvl6pPr>
            <a:lvl7pPr>
              <a:defRPr sz="1800" b="1">
                <a:solidFill>
                  <a:srgbClr val="0F766E"/>
                </a:solidFill>
              </a:defRPr>
            </a:lvl7pPr>
            <a:lvl8pPr>
              <a:defRPr sz="1800" b="1">
                <a:solidFill>
                  <a:srgbClr val="0F766E"/>
                </a:solidFill>
              </a:defRPr>
            </a:lvl8pPr>
            <a:lvl9pPr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Vận hành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96E61-7F61-4020-874A-B76BE4C0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211F"/>
                </a:solidFill>
              </a:defRPr>
            </a:defPPr>
            <a:lvl1pPr>
              <a:defRPr sz="1725" b="0">
                <a:solidFill>
                  <a:srgbClr val="17211F"/>
                </a:solidFill>
              </a:defRPr>
            </a:lvl1pPr>
            <a:lvl2pPr>
              <a:defRPr sz="1725" b="0">
                <a:solidFill>
                  <a:srgbClr val="17211F"/>
                </a:solidFill>
              </a:defRPr>
            </a:lvl2pPr>
            <a:lvl3pPr>
              <a:defRPr sz="1725" b="0">
                <a:solidFill>
                  <a:srgbClr val="17211F"/>
                </a:solidFill>
              </a:defRPr>
            </a:lvl3pPr>
            <a:lvl4pPr>
              <a:defRPr sz="1725" b="0">
                <a:solidFill>
                  <a:srgbClr val="17211F"/>
                </a:solidFill>
              </a:defRPr>
            </a:lvl4pPr>
            <a:lvl5pPr>
              <a:defRPr sz="1725" b="0">
                <a:solidFill>
                  <a:srgbClr val="17211F"/>
                </a:solidFill>
              </a:defRPr>
            </a:lvl5pPr>
            <a:lvl6pPr>
              <a:defRPr sz="1725" b="0">
                <a:solidFill>
                  <a:srgbClr val="17211F"/>
                </a:solidFill>
              </a:defRPr>
            </a:lvl6pPr>
            <a:lvl7pPr>
              <a:defRPr sz="1725" b="0">
                <a:solidFill>
                  <a:srgbClr val="17211F"/>
                </a:solidFill>
              </a:defRPr>
            </a:lvl7pPr>
            <a:lvl8pPr>
              <a:defRPr sz="1725" b="0">
                <a:solidFill>
                  <a:srgbClr val="17211F"/>
                </a:solidFill>
              </a:defRPr>
            </a:lvl8pPr>
            <a:lvl9pPr>
              <a:defRPr sz="1725" b="0">
                <a:solidFill>
                  <a:srgbClr val="17211F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11F"/>
                </a:solidFill>
              </a:defRPr>
            </a:pPr>
            <a:r>
              <a:rPr sz="1725" b="0">
                <a:solidFill>
                  <a:srgbClr val="17211F"/>
                </a:solidFill>
              </a:rPr>
              <a:t>Retention production, ký số, máy Windows thứ hai và pilot HTTPS chưa nghiệm thu. Số liệu hiệu năng local chưa phải SLA.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53493-28D0-4A3C-A5D0-5F2B77DB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660"/>
                </a:solidFill>
              </a:defRPr>
            </a:defPPr>
            <a:lvl1pPr>
              <a:defRPr sz="1500" b="0">
                <a:solidFill>
                  <a:srgbClr val="526660"/>
                </a:solidFill>
              </a:defRPr>
            </a:lvl1pPr>
            <a:lvl2pPr>
              <a:defRPr sz="1500" b="0">
                <a:solidFill>
                  <a:srgbClr val="526660"/>
                </a:solidFill>
              </a:defRPr>
            </a:lvl2pPr>
            <a:lvl3pPr>
              <a:defRPr sz="1500" b="0">
                <a:solidFill>
                  <a:srgbClr val="526660"/>
                </a:solidFill>
              </a:defRPr>
            </a:lvl3pPr>
            <a:lvl4pPr>
              <a:defRPr sz="1500" b="0">
                <a:solidFill>
                  <a:srgbClr val="526660"/>
                </a:solidFill>
              </a:defRPr>
            </a:lvl4pPr>
            <a:lvl5pPr>
              <a:defRPr sz="1500" b="0">
                <a:solidFill>
                  <a:srgbClr val="526660"/>
                </a:solidFill>
              </a:defRPr>
            </a:lvl5pPr>
            <a:lvl6pPr>
              <a:defRPr sz="1500" b="0">
                <a:solidFill>
                  <a:srgbClr val="526660"/>
                </a:solidFill>
              </a:defRPr>
            </a:lvl6pPr>
            <a:lvl7pPr>
              <a:defRPr sz="1500" b="0">
                <a:solidFill>
                  <a:srgbClr val="526660"/>
                </a:solidFill>
              </a:defRPr>
            </a:lvl7pPr>
            <a:lvl8pPr>
              <a:defRPr sz="1500" b="0">
                <a:solidFill>
                  <a:srgbClr val="526660"/>
                </a:solidFill>
              </a:defRPr>
            </a:lvl8pPr>
            <a:lvl9pPr>
              <a:defRPr sz="1500" b="0">
                <a:solidFill>
                  <a:srgbClr val="526660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660"/>
                </a:solidFill>
              </a:defRPr>
            </a:pPr>
            <a:r>
              <a:rPr sz="1500" b="0">
                <a:solidFill>
                  <a:srgbClr val="526660"/>
                </a:solidFill>
              </a:rPr>
              <a:t>Video nộp bài, mẫu trường và xác nhận đóng góp/chuyên cần cần con người hoàn tất.</a:t>
            </a:r>
          </a:p>
        </p:txBody>
      </p:sp>
    </p:spTree>
    <p:extLst>
      <p:ext uri="{BB962C8B-B14F-4D97-AF65-F5344CB8AC3E}">
        <p14:creationId xmlns:p14="http://schemas.microsoft.com/office/powerpoint/2010/main" val="4779238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2026-10-28T00:16:13.2350000Z</dcterms:created>
  <dcterms:modified xsi:type="dcterms:W3CDTF">2026-10-28T00:16:13.2350000Z</dcterms:modified>
</coreProperties>
</file>